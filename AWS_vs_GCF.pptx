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ink/ink5.xml" ContentType="application/inkml+xml"/>
  <Override PartName="/ppt/ink/ink6.xml" ContentType="application/inkml+xml"/>
  <Override PartName="/ppt/ink/ink7.xml" ContentType="application/inkml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  <p:sldId id="267" r:id="rId4"/>
    <p:sldId id="261" r:id="rId5"/>
    <p:sldId id="277" r:id="rId6"/>
    <p:sldId id="268" r:id="rId7"/>
    <p:sldId id="269" r:id="rId8"/>
    <p:sldId id="270" r:id="rId9"/>
    <p:sldId id="272" r:id="rId10"/>
    <p:sldId id="265" r:id="rId11"/>
    <p:sldId id="278" r:id="rId12"/>
    <p:sldId id="271" r:id="rId13"/>
    <p:sldId id="262" r:id="rId14"/>
    <p:sldId id="273" r:id="rId15"/>
    <p:sldId id="263" r:id="rId16"/>
    <p:sldId id="274" r:id="rId17"/>
    <p:sldId id="275" r:id="rId18"/>
    <p:sldId id="280" r:id="rId19"/>
    <p:sldId id="281" r:id="rId20"/>
    <p:sldId id="282" r:id="rId21"/>
    <p:sldId id="283" r:id="rId22"/>
    <p:sldId id="284" r:id="rId23"/>
    <p:sldId id="285" r:id="rId24"/>
    <p:sldId id="286" r:id="rId25"/>
    <p:sldId id="287" r:id="rId26"/>
    <p:sldId id="288" r:id="rId27"/>
    <p:sldId id="290" r:id="rId28"/>
    <p:sldId id="291" r:id="rId29"/>
    <p:sldId id="292" r:id="rId30"/>
    <p:sldId id="293" r:id="rId31"/>
    <p:sldId id="294" r:id="rId32"/>
    <p:sldId id="295" r:id="rId33"/>
    <p:sldId id="296" r:id="rId34"/>
    <p:sldId id="297" r:id="rId35"/>
    <p:sldId id="299" r:id="rId36"/>
    <p:sldId id="298" r:id="rId37"/>
    <p:sldId id="301" r:id="rId38"/>
    <p:sldId id="302" r:id="rId39"/>
    <p:sldId id="303" r:id="rId40"/>
    <p:sldId id="259" r:id="rId41"/>
    <p:sldId id="304" r:id="rId4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732"/>
  </p:normalViewPr>
  <p:slideViewPr>
    <p:cSldViewPr snapToGrid="0">
      <p:cViewPr varScale="1">
        <p:scale>
          <a:sx n="76" d="100"/>
          <a:sy n="76" d="100"/>
        </p:scale>
        <p:origin x="21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Foglio_di_lavoro_di_Microsoft_Excel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 (http_max)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Foglio1!$A$2:$A$5</c:f>
              <c:strCache>
                <c:ptCount val="4"/>
                <c:pt idx="0">
                  <c:v>5 min</c:v>
                </c:pt>
                <c:pt idx="1">
                  <c:v>10 min</c:v>
                </c:pt>
                <c:pt idx="2">
                  <c:v>15 min</c:v>
                </c:pt>
                <c:pt idx="3">
                  <c:v>20 min</c:v>
                </c:pt>
              </c:strCache>
            </c:strRef>
          </c:cat>
          <c:val>
            <c:numRef>
              <c:f>Foglio1!$B$2:$B$5</c:f>
              <c:numCache>
                <c:formatCode>General</c:formatCode>
                <c:ptCount val="4"/>
                <c:pt idx="0">
                  <c:v>100</c:v>
                </c:pt>
                <c:pt idx="1">
                  <c:v>91</c:v>
                </c:pt>
                <c:pt idx="2">
                  <c:v>473</c:v>
                </c:pt>
                <c:pt idx="3">
                  <c:v>1300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E56-E44E-8BBE-B1B2C6D631CB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CLOUD RUN (http_max)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Foglio1!$A$2:$A$5</c:f>
              <c:strCache>
                <c:ptCount val="4"/>
                <c:pt idx="0">
                  <c:v>5 min</c:v>
                </c:pt>
                <c:pt idx="1">
                  <c:v>10 min</c:v>
                </c:pt>
                <c:pt idx="2">
                  <c:v>15 min</c:v>
                </c:pt>
                <c:pt idx="3">
                  <c:v>20 min</c:v>
                </c:pt>
              </c:strCache>
            </c:strRef>
          </c:cat>
          <c:val>
            <c:numRef>
              <c:f>Foglio1!$C$2:$C$5</c:f>
              <c:numCache>
                <c:formatCode>General</c:formatCode>
                <c:ptCount val="4"/>
                <c:pt idx="0">
                  <c:v>50</c:v>
                </c:pt>
                <c:pt idx="1">
                  <c:v>79</c:v>
                </c:pt>
                <c:pt idx="2">
                  <c:v>407</c:v>
                </c:pt>
                <c:pt idx="3">
                  <c:v>1310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E56-E44E-8BBE-B1B2C6D631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20210256"/>
        <c:axId val="420211968"/>
      </c:lineChart>
      <c:catAx>
        <c:axId val="420210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420211968"/>
        <c:crosses val="autoZero"/>
        <c:auto val="1"/>
        <c:lblAlgn val="ctr"/>
        <c:lblOffset val="100"/>
        <c:noMultiLvlLbl val="0"/>
      </c:catAx>
      <c:valAx>
        <c:axId val="420211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4202102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AVG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>
        <c:manualLayout>
          <c:layoutTarget val="inner"/>
          <c:xMode val="edge"/>
          <c:yMode val="edge"/>
          <c:x val="5.5286548185944188E-2"/>
          <c:y val="0.13236964201941553"/>
          <c:w val="0.91687502506296525"/>
          <c:h val="0.702098007368754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50 rich/s</c:v>
                </c:pt>
                <c:pt idx="2">
                  <c:v>500 rich/s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87</c:v>
                </c:pt>
                <c:pt idx="1">
                  <c:v>95</c:v>
                </c:pt>
                <c:pt idx="2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F-D644-93A1-727F16D78E5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Cloud Run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50 rich/s</c:v>
                </c:pt>
                <c:pt idx="2">
                  <c:v>500 rich/s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86</c:v>
                </c:pt>
                <c:pt idx="1">
                  <c:v>85</c:v>
                </c:pt>
                <c:pt idx="2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AF-D644-93A1-727F16D78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4595151"/>
        <c:axId val="1195182415"/>
      </c:barChart>
      <c:catAx>
        <c:axId val="1194595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95182415"/>
        <c:crosses val="autoZero"/>
        <c:auto val="1"/>
        <c:lblAlgn val="ctr"/>
        <c:lblOffset val="100"/>
        <c:noMultiLvlLbl val="0"/>
      </c:catAx>
      <c:valAx>
        <c:axId val="1195182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94595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MAX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50 rich/s</c:v>
                </c:pt>
                <c:pt idx="2">
                  <c:v>500 rich/s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229</c:v>
                </c:pt>
                <c:pt idx="1">
                  <c:v>391</c:v>
                </c:pt>
                <c:pt idx="2">
                  <c:v>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71-324A-ADE5-937F4F64DAC9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Clod Run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50 rich/s</c:v>
                </c:pt>
                <c:pt idx="2">
                  <c:v>500 rich/s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143</c:v>
                </c:pt>
                <c:pt idx="1">
                  <c:v>388</c:v>
                </c:pt>
                <c:pt idx="2">
                  <c:v>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71-324A-ADE5-937F4F64D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9990079"/>
        <c:axId val="1163793439"/>
      </c:barChart>
      <c:catAx>
        <c:axId val="1099990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63793439"/>
        <c:crosses val="autoZero"/>
        <c:auto val="1"/>
        <c:lblAlgn val="ctr"/>
        <c:lblOffset val="100"/>
        <c:noMultiLvlLbl val="0"/>
      </c:catAx>
      <c:valAx>
        <c:axId val="1163793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99990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AVG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>
        <c:manualLayout>
          <c:layoutTarget val="inner"/>
          <c:xMode val="edge"/>
          <c:yMode val="edge"/>
          <c:x val="5.5286548185944188E-2"/>
          <c:y val="0.13236964201941553"/>
          <c:w val="0.91687502506296525"/>
          <c:h val="0.7020980073687543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50 rich/s</c:v>
                </c:pt>
                <c:pt idx="2">
                  <c:v>500 rich/s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87</c:v>
                </c:pt>
                <c:pt idx="1">
                  <c:v>95</c:v>
                </c:pt>
                <c:pt idx="2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AF-D644-93A1-727F16D78E53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Cloud Run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50 rich/s</c:v>
                </c:pt>
                <c:pt idx="2">
                  <c:v>500 rich/s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86</c:v>
                </c:pt>
                <c:pt idx="1">
                  <c:v>85</c:v>
                </c:pt>
                <c:pt idx="2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AF-D644-93A1-727F16D78E5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194595151"/>
        <c:axId val="1195182415"/>
      </c:barChart>
      <c:catAx>
        <c:axId val="11945951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95182415"/>
        <c:crosses val="autoZero"/>
        <c:auto val="1"/>
        <c:lblAlgn val="ctr"/>
        <c:lblOffset val="100"/>
        <c:noMultiLvlLbl val="0"/>
      </c:catAx>
      <c:valAx>
        <c:axId val="119518241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945951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MAX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50 rich/s</c:v>
                </c:pt>
                <c:pt idx="2">
                  <c:v>500 rich/s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229</c:v>
                </c:pt>
                <c:pt idx="1">
                  <c:v>391</c:v>
                </c:pt>
                <c:pt idx="2">
                  <c:v>364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71-324A-ADE5-937F4F64DAC9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Clod Run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50 rich/s</c:v>
                </c:pt>
                <c:pt idx="2">
                  <c:v>500 rich/s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143</c:v>
                </c:pt>
                <c:pt idx="1">
                  <c:v>388</c:v>
                </c:pt>
                <c:pt idx="2">
                  <c:v>961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771-324A-ADE5-937F4F64DA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99990079"/>
        <c:axId val="1163793439"/>
      </c:barChart>
      <c:catAx>
        <c:axId val="10999900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163793439"/>
        <c:crosses val="autoZero"/>
        <c:auto val="1"/>
        <c:lblAlgn val="ctr"/>
        <c:lblOffset val="100"/>
        <c:noMultiLvlLbl val="0"/>
      </c:catAx>
      <c:valAx>
        <c:axId val="1163793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999900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 err="1"/>
              <a:t>P</a:t>
            </a:r>
            <a:r>
              <a:rPr lang="it-IT" dirty="0"/>
              <a:t>(95)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Lambda_P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20 rich/s</c:v>
                </c:pt>
                <c:pt idx="2">
                  <c:v>40 rich/s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107</c:v>
                </c:pt>
                <c:pt idx="1">
                  <c:v>117</c:v>
                </c:pt>
                <c:pt idx="2">
                  <c:v>250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4D7-624D-AABC-E4496A2940E7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Cloud_Run_P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20 rich/s</c:v>
                </c:pt>
                <c:pt idx="2">
                  <c:v>40 rich/s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2004</c:v>
                </c:pt>
                <c:pt idx="1">
                  <c:v>2056</c:v>
                </c:pt>
                <c:pt idx="2">
                  <c:v>9032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4D7-624D-AABC-E4496A2940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2909439"/>
        <c:axId val="1072851311"/>
      </c:lineChart>
      <c:catAx>
        <c:axId val="1072909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2851311"/>
        <c:crosses val="autoZero"/>
        <c:auto val="1"/>
        <c:lblAlgn val="ctr"/>
        <c:lblOffset val="100"/>
        <c:noMultiLvlLbl val="0"/>
      </c:catAx>
      <c:valAx>
        <c:axId val="10728513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2909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it-IT" dirty="0"/>
              <a:t>MAX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 Lambda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20 rich/s</c:v>
                </c:pt>
                <c:pt idx="2">
                  <c:v>40 rich/s</c:v>
                </c:pt>
              </c:strCache>
            </c:strRef>
          </c:cat>
          <c:val>
            <c:numRef>
              <c:f>Foglio1!$B$2:$B$4</c:f>
              <c:numCache>
                <c:formatCode>General</c:formatCode>
                <c:ptCount val="3"/>
                <c:pt idx="0">
                  <c:v>369</c:v>
                </c:pt>
                <c:pt idx="1">
                  <c:v>320</c:v>
                </c:pt>
                <c:pt idx="2">
                  <c:v>336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D1-294B-980C-951357F87975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 Cloud Run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Foglio1!$A$2:$A$4</c:f>
              <c:strCache>
                <c:ptCount val="3"/>
                <c:pt idx="0">
                  <c:v>5 rich/s</c:v>
                </c:pt>
                <c:pt idx="1">
                  <c:v>20 rich/s</c:v>
                </c:pt>
                <c:pt idx="2">
                  <c:v>40 rich/s</c:v>
                </c:pt>
              </c:strCache>
            </c:strRef>
          </c:cat>
          <c:val>
            <c:numRef>
              <c:f>Foglio1!$C$2:$C$4</c:f>
              <c:numCache>
                <c:formatCode>General</c:formatCode>
                <c:ptCount val="3"/>
                <c:pt idx="0">
                  <c:v>2076</c:v>
                </c:pt>
                <c:pt idx="1">
                  <c:v>4038</c:v>
                </c:pt>
                <c:pt idx="2">
                  <c:v>13800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D1-294B-980C-951357F879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3158463"/>
        <c:axId val="1073160175"/>
      </c:lineChart>
      <c:catAx>
        <c:axId val="10731584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3160175"/>
        <c:crosses val="autoZero"/>
        <c:auto val="1"/>
        <c:lblAlgn val="ctr"/>
        <c:lblOffset val="100"/>
        <c:noMultiLvlLbl val="0"/>
      </c:catAx>
      <c:valAx>
        <c:axId val="10731601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31584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Aws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Foglio1!$A$2:$A$6</c:f>
              <c:strCache>
                <c:ptCount val="5"/>
                <c:pt idx="0">
                  <c:v>1 min</c:v>
                </c:pt>
                <c:pt idx="1">
                  <c:v>5 min</c:v>
                </c:pt>
                <c:pt idx="2">
                  <c:v>10 min</c:v>
                </c:pt>
                <c:pt idx="3">
                  <c:v>15 min</c:v>
                </c:pt>
                <c:pt idx="4">
                  <c:v>20 min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80</c:v>
                </c:pt>
                <c:pt idx="1">
                  <c:v>125</c:v>
                </c:pt>
                <c:pt idx="2">
                  <c:v>612</c:v>
                </c:pt>
                <c:pt idx="3">
                  <c:v>580</c:v>
                </c:pt>
                <c:pt idx="4">
                  <c:v>503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940-7643-A9AB-68321C658E19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Google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Foglio1!$A$2:$A$6</c:f>
              <c:strCache>
                <c:ptCount val="5"/>
                <c:pt idx="0">
                  <c:v>1 min</c:v>
                </c:pt>
                <c:pt idx="1">
                  <c:v>5 min</c:v>
                </c:pt>
                <c:pt idx="2">
                  <c:v>10 min</c:v>
                </c:pt>
                <c:pt idx="3">
                  <c:v>15 min</c:v>
                </c:pt>
                <c:pt idx="4">
                  <c:v>20 min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78</c:v>
                </c:pt>
                <c:pt idx="1">
                  <c:v>103</c:v>
                </c:pt>
                <c:pt idx="2">
                  <c:v>78</c:v>
                </c:pt>
                <c:pt idx="3">
                  <c:v>1004</c:v>
                </c:pt>
                <c:pt idx="4">
                  <c:v>1004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940-7643-A9AB-68321C658E1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079474575"/>
        <c:axId val="1078632095"/>
      </c:lineChart>
      <c:catAx>
        <c:axId val="1079474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8632095"/>
        <c:crosses val="autoZero"/>
        <c:auto val="1"/>
        <c:lblAlgn val="ctr"/>
        <c:lblOffset val="100"/>
        <c:noMultiLvlLbl val="0"/>
      </c:catAx>
      <c:valAx>
        <c:axId val="107863209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0794745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10CC9D4-B3BB-9846-A1C1-20B55040EC11}" type="doc">
      <dgm:prSet loTypeId="urn:microsoft.com/office/officeart/2005/8/layout/process1" loCatId="" qsTypeId="urn:microsoft.com/office/officeart/2005/8/quickstyle/simple1" qsCatId="simple" csTypeId="urn:microsoft.com/office/officeart/2005/8/colors/accent1_2" csCatId="accent1" phldr="1"/>
      <dgm:spPr/>
    </dgm:pt>
    <dgm:pt modelId="{17E15568-7BAF-ED43-9469-10A0A895D882}">
      <dgm:prSet phldrT="[Testo]"/>
      <dgm:spPr/>
      <dgm:t>
        <a:bodyPr/>
        <a:lstStyle/>
        <a:p>
          <a:r>
            <a:rPr lang="it-IT" dirty="0"/>
            <a:t>Scrittura funzione</a:t>
          </a:r>
        </a:p>
      </dgm:t>
    </dgm:pt>
    <dgm:pt modelId="{03E35E19-2B3D-F542-9B1D-2D37209C4C71}" type="parTrans" cxnId="{C1BFBB65-C112-E54D-B529-4F8A45894EAC}">
      <dgm:prSet/>
      <dgm:spPr/>
      <dgm:t>
        <a:bodyPr/>
        <a:lstStyle/>
        <a:p>
          <a:endParaRPr lang="it-IT"/>
        </a:p>
      </dgm:t>
    </dgm:pt>
    <dgm:pt modelId="{EEA7E68A-7CAF-8747-ACF4-DC7A9CE16567}" type="sibTrans" cxnId="{C1BFBB65-C112-E54D-B529-4F8A45894EAC}">
      <dgm:prSet/>
      <dgm:spPr/>
      <dgm:t>
        <a:bodyPr/>
        <a:lstStyle/>
        <a:p>
          <a:endParaRPr lang="it-IT"/>
        </a:p>
      </dgm:t>
    </dgm:pt>
    <dgm:pt modelId="{766A8119-B344-B942-8123-081407ABB556}">
      <dgm:prSet phldrT="[Testo]"/>
      <dgm:spPr/>
      <dgm:t>
        <a:bodyPr/>
        <a:lstStyle/>
        <a:p>
          <a:r>
            <a:rPr lang="it-IT" dirty="0"/>
            <a:t>Creazione script K6</a:t>
          </a:r>
        </a:p>
      </dgm:t>
    </dgm:pt>
    <dgm:pt modelId="{47712B15-4919-4447-8E52-EEB6531C3836}" type="parTrans" cxnId="{876341E3-231B-334F-9832-2359B16A6801}">
      <dgm:prSet/>
      <dgm:spPr/>
      <dgm:t>
        <a:bodyPr/>
        <a:lstStyle/>
        <a:p>
          <a:endParaRPr lang="it-IT"/>
        </a:p>
      </dgm:t>
    </dgm:pt>
    <dgm:pt modelId="{18540928-E03B-F046-9047-228D61719707}" type="sibTrans" cxnId="{876341E3-231B-334F-9832-2359B16A6801}">
      <dgm:prSet/>
      <dgm:spPr/>
      <dgm:t>
        <a:bodyPr/>
        <a:lstStyle/>
        <a:p>
          <a:endParaRPr lang="it-IT"/>
        </a:p>
      </dgm:t>
    </dgm:pt>
    <dgm:pt modelId="{B13482F6-BC20-404C-BB4A-54BD27700C60}">
      <dgm:prSet phldrT="[Testo]"/>
      <dgm:spPr/>
      <dgm:t>
        <a:bodyPr/>
        <a:lstStyle/>
        <a:p>
          <a:r>
            <a:rPr lang="it-IT" dirty="0"/>
            <a:t>Esecuzione script e Analisi report</a:t>
          </a:r>
        </a:p>
      </dgm:t>
    </dgm:pt>
    <dgm:pt modelId="{DF6E2A55-91BA-EB43-8A9C-B851BA761D73}" type="parTrans" cxnId="{66955CA6-CD60-1A4F-9245-85A168757F6A}">
      <dgm:prSet/>
      <dgm:spPr/>
      <dgm:t>
        <a:bodyPr/>
        <a:lstStyle/>
        <a:p>
          <a:endParaRPr lang="it-IT"/>
        </a:p>
      </dgm:t>
    </dgm:pt>
    <dgm:pt modelId="{CB7F844B-794D-4C48-BCC7-85EFBA95D5CB}" type="sibTrans" cxnId="{66955CA6-CD60-1A4F-9245-85A168757F6A}">
      <dgm:prSet/>
      <dgm:spPr/>
      <dgm:t>
        <a:bodyPr/>
        <a:lstStyle/>
        <a:p>
          <a:endParaRPr lang="it-IT"/>
        </a:p>
      </dgm:t>
    </dgm:pt>
    <dgm:pt modelId="{C57A393B-07C7-264F-A550-20320B1FFCEE}">
      <dgm:prSet phldrT="[Testo]"/>
      <dgm:spPr/>
      <dgm:t>
        <a:bodyPr/>
        <a:lstStyle/>
        <a:p>
          <a:r>
            <a:rPr lang="it-IT" dirty="0"/>
            <a:t>Creazione e configurazione funzione</a:t>
          </a:r>
        </a:p>
      </dgm:t>
    </dgm:pt>
    <dgm:pt modelId="{FF1D2BF4-52DF-F34B-B97B-02B9B23D4CAA}" type="parTrans" cxnId="{3264B494-77AF-5747-926F-E9D9BA2A41AA}">
      <dgm:prSet/>
      <dgm:spPr/>
      <dgm:t>
        <a:bodyPr/>
        <a:lstStyle/>
        <a:p>
          <a:endParaRPr lang="it-IT"/>
        </a:p>
      </dgm:t>
    </dgm:pt>
    <dgm:pt modelId="{8D3BD57B-49A4-D840-9A7A-031FAA04BFC1}" type="sibTrans" cxnId="{3264B494-77AF-5747-926F-E9D9BA2A41AA}">
      <dgm:prSet/>
      <dgm:spPr/>
      <dgm:t>
        <a:bodyPr/>
        <a:lstStyle/>
        <a:p>
          <a:endParaRPr lang="it-IT"/>
        </a:p>
      </dgm:t>
    </dgm:pt>
    <dgm:pt modelId="{FDBEBF97-9FE5-3F4D-BC45-5793E054BB4D}" type="pres">
      <dgm:prSet presAssocID="{B10CC9D4-B3BB-9846-A1C1-20B55040EC11}" presName="Name0" presStyleCnt="0">
        <dgm:presLayoutVars>
          <dgm:dir/>
          <dgm:resizeHandles val="exact"/>
        </dgm:presLayoutVars>
      </dgm:prSet>
      <dgm:spPr/>
    </dgm:pt>
    <dgm:pt modelId="{044C54FB-BEC5-0645-92D9-365082134116}" type="pres">
      <dgm:prSet presAssocID="{C57A393B-07C7-264F-A550-20320B1FFCEE}" presName="node" presStyleLbl="node1" presStyleIdx="0" presStyleCnt="4">
        <dgm:presLayoutVars>
          <dgm:bulletEnabled val="1"/>
        </dgm:presLayoutVars>
      </dgm:prSet>
      <dgm:spPr/>
    </dgm:pt>
    <dgm:pt modelId="{E770C707-F494-7341-983A-88092909A555}" type="pres">
      <dgm:prSet presAssocID="{8D3BD57B-49A4-D840-9A7A-031FAA04BFC1}" presName="sibTrans" presStyleLbl="sibTrans2D1" presStyleIdx="0" presStyleCnt="3"/>
      <dgm:spPr/>
    </dgm:pt>
    <dgm:pt modelId="{38BA022F-E236-DD48-90B4-EC6380BA1EB8}" type="pres">
      <dgm:prSet presAssocID="{8D3BD57B-49A4-D840-9A7A-031FAA04BFC1}" presName="connectorText" presStyleLbl="sibTrans2D1" presStyleIdx="0" presStyleCnt="3"/>
      <dgm:spPr/>
    </dgm:pt>
    <dgm:pt modelId="{F7E0D2D5-6B29-4A4C-B315-E8D87E07F47C}" type="pres">
      <dgm:prSet presAssocID="{17E15568-7BAF-ED43-9469-10A0A895D882}" presName="node" presStyleLbl="node1" presStyleIdx="1" presStyleCnt="4">
        <dgm:presLayoutVars>
          <dgm:bulletEnabled val="1"/>
        </dgm:presLayoutVars>
      </dgm:prSet>
      <dgm:spPr/>
    </dgm:pt>
    <dgm:pt modelId="{5466DEDF-4984-9B43-97EE-27B1A1A5AED7}" type="pres">
      <dgm:prSet presAssocID="{EEA7E68A-7CAF-8747-ACF4-DC7A9CE16567}" presName="sibTrans" presStyleLbl="sibTrans2D1" presStyleIdx="1" presStyleCnt="3"/>
      <dgm:spPr/>
    </dgm:pt>
    <dgm:pt modelId="{DB88B8D9-8645-F54C-9891-6AB43579E32F}" type="pres">
      <dgm:prSet presAssocID="{EEA7E68A-7CAF-8747-ACF4-DC7A9CE16567}" presName="connectorText" presStyleLbl="sibTrans2D1" presStyleIdx="1" presStyleCnt="3"/>
      <dgm:spPr/>
    </dgm:pt>
    <dgm:pt modelId="{003AC7EB-9F39-5A40-99C0-6A7A4879CB69}" type="pres">
      <dgm:prSet presAssocID="{766A8119-B344-B942-8123-081407ABB556}" presName="node" presStyleLbl="node1" presStyleIdx="2" presStyleCnt="4">
        <dgm:presLayoutVars>
          <dgm:bulletEnabled val="1"/>
        </dgm:presLayoutVars>
      </dgm:prSet>
      <dgm:spPr/>
    </dgm:pt>
    <dgm:pt modelId="{96CF493F-4EFE-7B4E-984E-603D0317E804}" type="pres">
      <dgm:prSet presAssocID="{18540928-E03B-F046-9047-228D61719707}" presName="sibTrans" presStyleLbl="sibTrans2D1" presStyleIdx="2" presStyleCnt="3"/>
      <dgm:spPr/>
    </dgm:pt>
    <dgm:pt modelId="{AED34EB8-80F7-234A-80B0-40535FEB108B}" type="pres">
      <dgm:prSet presAssocID="{18540928-E03B-F046-9047-228D61719707}" presName="connectorText" presStyleLbl="sibTrans2D1" presStyleIdx="2" presStyleCnt="3"/>
      <dgm:spPr/>
    </dgm:pt>
    <dgm:pt modelId="{400D2090-77CE-2846-A717-F147EBF7A962}" type="pres">
      <dgm:prSet presAssocID="{B13482F6-BC20-404C-BB4A-54BD27700C60}" presName="node" presStyleLbl="node1" presStyleIdx="3" presStyleCnt="4">
        <dgm:presLayoutVars>
          <dgm:bulletEnabled val="1"/>
        </dgm:presLayoutVars>
      </dgm:prSet>
      <dgm:spPr/>
    </dgm:pt>
  </dgm:ptLst>
  <dgm:cxnLst>
    <dgm:cxn modelId="{E031CA05-6C4B-F140-A8E0-4227837155CC}" type="presOf" srcId="{766A8119-B344-B942-8123-081407ABB556}" destId="{003AC7EB-9F39-5A40-99C0-6A7A4879CB69}" srcOrd="0" destOrd="0" presId="urn:microsoft.com/office/officeart/2005/8/layout/process1"/>
    <dgm:cxn modelId="{7E56A41D-BB49-3549-A5FD-6353CF1243A2}" type="presOf" srcId="{8D3BD57B-49A4-D840-9A7A-031FAA04BFC1}" destId="{38BA022F-E236-DD48-90B4-EC6380BA1EB8}" srcOrd="1" destOrd="0" presId="urn:microsoft.com/office/officeart/2005/8/layout/process1"/>
    <dgm:cxn modelId="{D608225C-C3BD-5849-BA45-BD4AFAFE1C41}" type="presOf" srcId="{B13482F6-BC20-404C-BB4A-54BD27700C60}" destId="{400D2090-77CE-2846-A717-F147EBF7A962}" srcOrd="0" destOrd="0" presId="urn:microsoft.com/office/officeart/2005/8/layout/process1"/>
    <dgm:cxn modelId="{C1BFBB65-C112-E54D-B529-4F8A45894EAC}" srcId="{B10CC9D4-B3BB-9846-A1C1-20B55040EC11}" destId="{17E15568-7BAF-ED43-9469-10A0A895D882}" srcOrd="1" destOrd="0" parTransId="{03E35E19-2B3D-F542-9B1D-2D37209C4C71}" sibTransId="{EEA7E68A-7CAF-8747-ACF4-DC7A9CE16567}"/>
    <dgm:cxn modelId="{D501D375-133C-D048-B6D9-67031B0EBA9A}" type="presOf" srcId="{C57A393B-07C7-264F-A550-20320B1FFCEE}" destId="{044C54FB-BEC5-0645-92D9-365082134116}" srcOrd="0" destOrd="0" presId="urn:microsoft.com/office/officeart/2005/8/layout/process1"/>
    <dgm:cxn modelId="{3264B494-77AF-5747-926F-E9D9BA2A41AA}" srcId="{B10CC9D4-B3BB-9846-A1C1-20B55040EC11}" destId="{C57A393B-07C7-264F-A550-20320B1FFCEE}" srcOrd="0" destOrd="0" parTransId="{FF1D2BF4-52DF-F34B-B97B-02B9B23D4CAA}" sibTransId="{8D3BD57B-49A4-D840-9A7A-031FAA04BFC1}"/>
    <dgm:cxn modelId="{3E2A169C-6F2E-E349-87A2-AA0C880D447F}" type="presOf" srcId="{18540928-E03B-F046-9047-228D61719707}" destId="{AED34EB8-80F7-234A-80B0-40535FEB108B}" srcOrd="1" destOrd="0" presId="urn:microsoft.com/office/officeart/2005/8/layout/process1"/>
    <dgm:cxn modelId="{66955CA6-CD60-1A4F-9245-85A168757F6A}" srcId="{B10CC9D4-B3BB-9846-A1C1-20B55040EC11}" destId="{B13482F6-BC20-404C-BB4A-54BD27700C60}" srcOrd="3" destOrd="0" parTransId="{DF6E2A55-91BA-EB43-8A9C-B851BA761D73}" sibTransId="{CB7F844B-794D-4C48-BCC7-85EFBA95D5CB}"/>
    <dgm:cxn modelId="{652632BC-CB1D-9743-82BB-1E059DFFA513}" type="presOf" srcId="{8D3BD57B-49A4-D840-9A7A-031FAA04BFC1}" destId="{E770C707-F494-7341-983A-88092909A555}" srcOrd="0" destOrd="0" presId="urn:microsoft.com/office/officeart/2005/8/layout/process1"/>
    <dgm:cxn modelId="{0E3FD4D0-75A1-F442-8FB9-D14D19580E3B}" type="presOf" srcId="{B10CC9D4-B3BB-9846-A1C1-20B55040EC11}" destId="{FDBEBF97-9FE5-3F4D-BC45-5793E054BB4D}" srcOrd="0" destOrd="0" presId="urn:microsoft.com/office/officeart/2005/8/layout/process1"/>
    <dgm:cxn modelId="{0E690DDD-507E-3E42-88EE-55959B824AB7}" type="presOf" srcId="{EEA7E68A-7CAF-8747-ACF4-DC7A9CE16567}" destId="{DB88B8D9-8645-F54C-9891-6AB43579E32F}" srcOrd="1" destOrd="0" presId="urn:microsoft.com/office/officeart/2005/8/layout/process1"/>
    <dgm:cxn modelId="{876341E3-231B-334F-9832-2359B16A6801}" srcId="{B10CC9D4-B3BB-9846-A1C1-20B55040EC11}" destId="{766A8119-B344-B942-8123-081407ABB556}" srcOrd="2" destOrd="0" parTransId="{47712B15-4919-4447-8E52-EEB6531C3836}" sibTransId="{18540928-E03B-F046-9047-228D61719707}"/>
    <dgm:cxn modelId="{EE30FEEA-C4C3-D842-9FB8-60AF741C915B}" type="presOf" srcId="{18540928-E03B-F046-9047-228D61719707}" destId="{96CF493F-4EFE-7B4E-984E-603D0317E804}" srcOrd="0" destOrd="0" presId="urn:microsoft.com/office/officeart/2005/8/layout/process1"/>
    <dgm:cxn modelId="{181D7DF5-0FB7-A944-B9DA-70102F5FC223}" type="presOf" srcId="{17E15568-7BAF-ED43-9469-10A0A895D882}" destId="{F7E0D2D5-6B29-4A4C-B315-E8D87E07F47C}" srcOrd="0" destOrd="0" presId="urn:microsoft.com/office/officeart/2005/8/layout/process1"/>
    <dgm:cxn modelId="{C1A965FE-1390-9A47-B730-AB5014E662F2}" type="presOf" srcId="{EEA7E68A-7CAF-8747-ACF4-DC7A9CE16567}" destId="{5466DEDF-4984-9B43-97EE-27B1A1A5AED7}" srcOrd="0" destOrd="0" presId="urn:microsoft.com/office/officeart/2005/8/layout/process1"/>
    <dgm:cxn modelId="{57118AD2-CD27-3142-8A54-3F92ECD96DC6}" type="presParOf" srcId="{FDBEBF97-9FE5-3F4D-BC45-5793E054BB4D}" destId="{044C54FB-BEC5-0645-92D9-365082134116}" srcOrd="0" destOrd="0" presId="urn:microsoft.com/office/officeart/2005/8/layout/process1"/>
    <dgm:cxn modelId="{73380247-50A5-3E43-907E-52BB432D4E9C}" type="presParOf" srcId="{FDBEBF97-9FE5-3F4D-BC45-5793E054BB4D}" destId="{E770C707-F494-7341-983A-88092909A555}" srcOrd="1" destOrd="0" presId="urn:microsoft.com/office/officeart/2005/8/layout/process1"/>
    <dgm:cxn modelId="{1BA8BE61-919C-4742-8838-F218D9F32986}" type="presParOf" srcId="{E770C707-F494-7341-983A-88092909A555}" destId="{38BA022F-E236-DD48-90B4-EC6380BA1EB8}" srcOrd="0" destOrd="0" presId="urn:microsoft.com/office/officeart/2005/8/layout/process1"/>
    <dgm:cxn modelId="{3AF453BD-CC94-FE4F-A87A-29B79A1E1A31}" type="presParOf" srcId="{FDBEBF97-9FE5-3F4D-BC45-5793E054BB4D}" destId="{F7E0D2D5-6B29-4A4C-B315-E8D87E07F47C}" srcOrd="2" destOrd="0" presId="urn:microsoft.com/office/officeart/2005/8/layout/process1"/>
    <dgm:cxn modelId="{881FE5F2-D0A5-CF40-ADE5-CAF5737A5514}" type="presParOf" srcId="{FDBEBF97-9FE5-3F4D-BC45-5793E054BB4D}" destId="{5466DEDF-4984-9B43-97EE-27B1A1A5AED7}" srcOrd="3" destOrd="0" presId="urn:microsoft.com/office/officeart/2005/8/layout/process1"/>
    <dgm:cxn modelId="{66E9F335-81A1-3B4C-81CB-F5516B0E7BDD}" type="presParOf" srcId="{5466DEDF-4984-9B43-97EE-27B1A1A5AED7}" destId="{DB88B8D9-8645-F54C-9891-6AB43579E32F}" srcOrd="0" destOrd="0" presId="urn:microsoft.com/office/officeart/2005/8/layout/process1"/>
    <dgm:cxn modelId="{9D7847D0-61E2-4E4F-8CA5-80F36662C173}" type="presParOf" srcId="{FDBEBF97-9FE5-3F4D-BC45-5793E054BB4D}" destId="{003AC7EB-9F39-5A40-99C0-6A7A4879CB69}" srcOrd="4" destOrd="0" presId="urn:microsoft.com/office/officeart/2005/8/layout/process1"/>
    <dgm:cxn modelId="{A1EE4350-E0C4-7C40-9A62-085E1542A002}" type="presParOf" srcId="{FDBEBF97-9FE5-3F4D-BC45-5793E054BB4D}" destId="{96CF493F-4EFE-7B4E-984E-603D0317E804}" srcOrd="5" destOrd="0" presId="urn:microsoft.com/office/officeart/2005/8/layout/process1"/>
    <dgm:cxn modelId="{8C2489C3-C03C-AC4B-8483-E2CB5D68CA03}" type="presParOf" srcId="{96CF493F-4EFE-7B4E-984E-603D0317E804}" destId="{AED34EB8-80F7-234A-80B0-40535FEB108B}" srcOrd="0" destOrd="0" presId="urn:microsoft.com/office/officeart/2005/8/layout/process1"/>
    <dgm:cxn modelId="{0BF15CF1-42D0-444F-9C66-0AD05FAEF407}" type="presParOf" srcId="{FDBEBF97-9FE5-3F4D-BC45-5793E054BB4D}" destId="{400D2090-77CE-2846-A717-F147EBF7A962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525336-6F8A-814B-BF29-07D3CB4895B2}" type="doc">
      <dgm:prSet loTypeId="urn:microsoft.com/office/officeart/2005/8/layout/hierarchy2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C72837FF-B77E-B94C-A1A6-09AF951B7574}">
      <dgm:prSet phldrT="[Testo]"/>
      <dgm:spPr/>
      <dgm:t>
        <a:bodyPr/>
        <a:lstStyle/>
        <a:p>
          <a:r>
            <a:rPr lang="it-IT" dirty="0"/>
            <a:t>1° test</a:t>
          </a:r>
        </a:p>
      </dgm:t>
    </dgm:pt>
    <dgm:pt modelId="{9619F297-C90C-3848-9F0F-D7888FBB8D8F}" type="parTrans" cxnId="{7DD3DC68-AE7A-3C41-8552-2DD9DA61FAF3}">
      <dgm:prSet/>
      <dgm:spPr/>
      <dgm:t>
        <a:bodyPr/>
        <a:lstStyle/>
        <a:p>
          <a:endParaRPr lang="it-IT"/>
        </a:p>
      </dgm:t>
    </dgm:pt>
    <dgm:pt modelId="{0BDCCB90-9BE7-D64A-BDEF-8EBB3213B25C}" type="sibTrans" cxnId="{7DD3DC68-AE7A-3C41-8552-2DD9DA61FAF3}">
      <dgm:prSet/>
      <dgm:spPr/>
      <dgm:t>
        <a:bodyPr/>
        <a:lstStyle/>
        <a:p>
          <a:endParaRPr lang="it-IT"/>
        </a:p>
      </dgm:t>
    </dgm:pt>
    <dgm:pt modelId="{108F37AC-81F7-DD42-83B5-3D68B12D24A9}">
      <dgm:prSet phldrT="[Testo]"/>
      <dgm:spPr/>
      <dgm:t>
        <a:bodyPr/>
        <a:lstStyle/>
        <a:p>
          <a:r>
            <a:rPr lang="it-IT" dirty="0"/>
            <a:t>Richieste al secondo completate</a:t>
          </a:r>
        </a:p>
      </dgm:t>
    </dgm:pt>
    <dgm:pt modelId="{9BD63744-BB4E-EE4D-A714-EF0998FFE415}" type="parTrans" cxnId="{A6A86C61-1FDD-0746-9879-B1CDA8C6DDFE}">
      <dgm:prSet/>
      <dgm:spPr/>
      <dgm:t>
        <a:bodyPr/>
        <a:lstStyle/>
        <a:p>
          <a:endParaRPr lang="it-IT"/>
        </a:p>
      </dgm:t>
    </dgm:pt>
    <dgm:pt modelId="{3DCB0658-CEF9-7B4A-9835-8433FC85AFF8}" type="sibTrans" cxnId="{A6A86C61-1FDD-0746-9879-B1CDA8C6DDFE}">
      <dgm:prSet/>
      <dgm:spPr/>
      <dgm:t>
        <a:bodyPr/>
        <a:lstStyle/>
        <a:p>
          <a:endParaRPr lang="it-IT"/>
        </a:p>
      </dgm:t>
    </dgm:pt>
    <dgm:pt modelId="{B1FCC12C-2682-9C40-98DE-85227045E751}">
      <dgm:prSet phldrT="[Testo]"/>
      <dgm:spPr/>
      <dgm:t>
        <a:bodyPr/>
        <a:lstStyle/>
        <a:p>
          <a:r>
            <a:rPr lang="it-IT" dirty="0"/>
            <a:t>2° test</a:t>
          </a:r>
        </a:p>
      </dgm:t>
    </dgm:pt>
    <dgm:pt modelId="{7871AEB2-B3B4-B84E-AC38-CB4072693E80}" type="parTrans" cxnId="{06B5E103-CC9D-E346-8397-0DC2B5B8EC54}">
      <dgm:prSet/>
      <dgm:spPr/>
      <dgm:t>
        <a:bodyPr/>
        <a:lstStyle/>
        <a:p>
          <a:endParaRPr lang="it-IT"/>
        </a:p>
      </dgm:t>
    </dgm:pt>
    <dgm:pt modelId="{F78B614C-2613-4443-9B0C-AD3327FB9731}" type="sibTrans" cxnId="{06B5E103-CC9D-E346-8397-0DC2B5B8EC54}">
      <dgm:prSet/>
      <dgm:spPr/>
      <dgm:t>
        <a:bodyPr/>
        <a:lstStyle/>
        <a:p>
          <a:endParaRPr lang="it-IT"/>
        </a:p>
      </dgm:t>
    </dgm:pt>
    <dgm:pt modelId="{F6D77A8B-8D45-E248-A10D-2BA40DC3FBAE}">
      <dgm:prSet phldrT="[Testo]"/>
      <dgm:spPr/>
      <dgm:t>
        <a:bodyPr/>
        <a:lstStyle/>
        <a:p>
          <a:r>
            <a:rPr lang="it-IT" dirty="0"/>
            <a:t>Tempo di esecuzione</a:t>
          </a:r>
        </a:p>
      </dgm:t>
    </dgm:pt>
    <dgm:pt modelId="{DB27C24C-D6C3-5A4D-A735-7D9B155B2D4B}" type="parTrans" cxnId="{759CB80C-160D-0E46-9B2D-654483976896}">
      <dgm:prSet/>
      <dgm:spPr/>
      <dgm:t>
        <a:bodyPr/>
        <a:lstStyle/>
        <a:p>
          <a:endParaRPr lang="it-IT"/>
        </a:p>
      </dgm:t>
    </dgm:pt>
    <dgm:pt modelId="{4CAFA41E-9F02-FE4C-B826-EEC65F64438F}" type="sibTrans" cxnId="{759CB80C-160D-0E46-9B2D-654483976896}">
      <dgm:prSet/>
      <dgm:spPr/>
      <dgm:t>
        <a:bodyPr/>
        <a:lstStyle/>
        <a:p>
          <a:endParaRPr lang="it-IT"/>
        </a:p>
      </dgm:t>
    </dgm:pt>
    <dgm:pt modelId="{92ABBEFD-0491-1C40-9858-E452E34A722C}">
      <dgm:prSet/>
      <dgm:spPr/>
      <dgm:t>
        <a:bodyPr/>
        <a:lstStyle/>
        <a:p>
          <a:r>
            <a:rPr lang="it-IT" dirty="0"/>
            <a:t>Latenza Warm Start</a:t>
          </a:r>
        </a:p>
      </dgm:t>
    </dgm:pt>
    <dgm:pt modelId="{A6752729-C3DB-6F42-A38F-30B672112395}" type="parTrans" cxnId="{CD7D2CA0-0309-D040-BDBD-4960C01054C7}">
      <dgm:prSet/>
      <dgm:spPr/>
      <dgm:t>
        <a:bodyPr/>
        <a:lstStyle/>
        <a:p>
          <a:endParaRPr lang="it-IT"/>
        </a:p>
      </dgm:t>
    </dgm:pt>
    <dgm:pt modelId="{B46897E0-C5C6-FC4D-8DBA-59FF3C79E400}" type="sibTrans" cxnId="{CD7D2CA0-0309-D040-BDBD-4960C01054C7}">
      <dgm:prSet/>
      <dgm:spPr/>
      <dgm:t>
        <a:bodyPr/>
        <a:lstStyle/>
        <a:p>
          <a:endParaRPr lang="it-IT"/>
        </a:p>
      </dgm:t>
    </dgm:pt>
    <dgm:pt modelId="{634457C6-04CD-3249-98F2-C36ACE0EF501}">
      <dgm:prSet/>
      <dgm:spPr/>
      <dgm:t>
        <a:bodyPr/>
        <a:lstStyle/>
        <a:p>
          <a:r>
            <a:rPr lang="it-IT" dirty="0"/>
            <a:t>Reattività </a:t>
          </a:r>
          <a:r>
            <a:rPr lang="it-IT" dirty="0" err="1"/>
            <a:t>autoscaling</a:t>
          </a:r>
          <a:endParaRPr lang="it-IT" dirty="0"/>
        </a:p>
      </dgm:t>
    </dgm:pt>
    <dgm:pt modelId="{B26BF5B3-8C06-AB48-82C8-751E0C1828C2}" type="parTrans" cxnId="{22848671-ED23-8D40-8643-F0FD7B8EC4BB}">
      <dgm:prSet/>
      <dgm:spPr/>
      <dgm:t>
        <a:bodyPr/>
        <a:lstStyle/>
        <a:p>
          <a:endParaRPr lang="it-IT"/>
        </a:p>
      </dgm:t>
    </dgm:pt>
    <dgm:pt modelId="{006FB09E-CA5F-994B-A229-C8981149D57D}" type="sibTrans" cxnId="{22848671-ED23-8D40-8643-F0FD7B8EC4BB}">
      <dgm:prSet/>
      <dgm:spPr/>
      <dgm:t>
        <a:bodyPr/>
        <a:lstStyle/>
        <a:p>
          <a:endParaRPr lang="it-IT"/>
        </a:p>
      </dgm:t>
    </dgm:pt>
    <dgm:pt modelId="{30137057-24B5-B14D-88AC-B1A4A8113CB1}" type="pres">
      <dgm:prSet presAssocID="{30525336-6F8A-814B-BF29-07D3CB4895B2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DBFF188-8E5E-D84D-BDB3-4465D6E31B8D}" type="pres">
      <dgm:prSet presAssocID="{C72837FF-B77E-B94C-A1A6-09AF951B7574}" presName="root1" presStyleCnt="0"/>
      <dgm:spPr/>
    </dgm:pt>
    <dgm:pt modelId="{844650EB-F7BA-794D-B0FB-84D6C60AA614}" type="pres">
      <dgm:prSet presAssocID="{C72837FF-B77E-B94C-A1A6-09AF951B7574}" presName="LevelOneTextNode" presStyleLbl="node0" presStyleIdx="0" presStyleCnt="2">
        <dgm:presLayoutVars>
          <dgm:chPref val="3"/>
        </dgm:presLayoutVars>
      </dgm:prSet>
      <dgm:spPr/>
    </dgm:pt>
    <dgm:pt modelId="{F4860F9B-A4B0-6441-8422-4E1FC9B59D56}" type="pres">
      <dgm:prSet presAssocID="{C72837FF-B77E-B94C-A1A6-09AF951B7574}" presName="level2hierChild" presStyleCnt="0"/>
      <dgm:spPr/>
    </dgm:pt>
    <dgm:pt modelId="{CD27EC21-71B0-2043-A6E4-5FD2954C654D}" type="pres">
      <dgm:prSet presAssocID="{9BD63744-BB4E-EE4D-A714-EF0998FFE415}" presName="conn2-1" presStyleLbl="parChTrans1D2" presStyleIdx="0" presStyleCnt="2"/>
      <dgm:spPr/>
    </dgm:pt>
    <dgm:pt modelId="{896BC36A-B0EE-D340-9290-56B82A7938F5}" type="pres">
      <dgm:prSet presAssocID="{9BD63744-BB4E-EE4D-A714-EF0998FFE415}" presName="connTx" presStyleLbl="parChTrans1D2" presStyleIdx="0" presStyleCnt="2"/>
      <dgm:spPr/>
    </dgm:pt>
    <dgm:pt modelId="{E1DE43DB-076E-B742-A972-880834F5B6F9}" type="pres">
      <dgm:prSet presAssocID="{108F37AC-81F7-DD42-83B5-3D68B12D24A9}" presName="root2" presStyleCnt="0"/>
      <dgm:spPr/>
    </dgm:pt>
    <dgm:pt modelId="{32A04FFC-ECEF-4B46-94FA-32A8F7BCCD63}" type="pres">
      <dgm:prSet presAssocID="{108F37AC-81F7-DD42-83B5-3D68B12D24A9}" presName="LevelTwoTextNode" presStyleLbl="node2" presStyleIdx="0" presStyleCnt="2">
        <dgm:presLayoutVars>
          <dgm:chPref val="3"/>
        </dgm:presLayoutVars>
      </dgm:prSet>
      <dgm:spPr/>
    </dgm:pt>
    <dgm:pt modelId="{3F351944-546F-8E45-AB0F-FDB68C6F4519}" type="pres">
      <dgm:prSet presAssocID="{108F37AC-81F7-DD42-83B5-3D68B12D24A9}" presName="level3hierChild" presStyleCnt="0"/>
      <dgm:spPr/>
    </dgm:pt>
    <dgm:pt modelId="{8CD40CB8-2EA7-F24B-BF22-A62E3838169D}" type="pres">
      <dgm:prSet presAssocID="{A6752729-C3DB-6F42-A38F-30B672112395}" presName="conn2-1" presStyleLbl="parChTrans1D3" presStyleIdx="0" presStyleCnt="2"/>
      <dgm:spPr/>
    </dgm:pt>
    <dgm:pt modelId="{51B7422A-17DA-8C43-A14D-5B960D8CBFCD}" type="pres">
      <dgm:prSet presAssocID="{A6752729-C3DB-6F42-A38F-30B672112395}" presName="connTx" presStyleLbl="parChTrans1D3" presStyleIdx="0" presStyleCnt="2"/>
      <dgm:spPr/>
    </dgm:pt>
    <dgm:pt modelId="{F6AD7B7C-48F7-BF4A-B107-6C9B0AC0CAA4}" type="pres">
      <dgm:prSet presAssocID="{92ABBEFD-0491-1C40-9858-E452E34A722C}" presName="root2" presStyleCnt="0"/>
      <dgm:spPr/>
    </dgm:pt>
    <dgm:pt modelId="{3E28CA1E-9AA2-7A4E-8B8F-24CB717CED8D}" type="pres">
      <dgm:prSet presAssocID="{92ABBEFD-0491-1C40-9858-E452E34A722C}" presName="LevelTwoTextNode" presStyleLbl="node3" presStyleIdx="0" presStyleCnt="2">
        <dgm:presLayoutVars>
          <dgm:chPref val="3"/>
        </dgm:presLayoutVars>
      </dgm:prSet>
      <dgm:spPr/>
    </dgm:pt>
    <dgm:pt modelId="{F30EDCD2-81E8-E741-A092-B86838CED51B}" type="pres">
      <dgm:prSet presAssocID="{92ABBEFD-0491-1C40-9858-E452E34A722C}" presName="level3hierChild" presStyleCnt="0"/>
      <dgm:spPr/>
    </dgm:pt>
    <dgm:pt modelId="{41B08F56-C2ED-464A-A3AB-08D5AA4C670B}" type="pres">
      <dgm:prSet presAssocID="{B1FCC12C-2682-9C40-98DE-85227045E751}" presName="root1" presStyleCnt="0"/>
      <dgm:spPr/>
    </dgm:pt>
    <dgm:pt modelId="{0D96E210-827B-C346-9F32-257DDC025FE6}" type="pres">
      <dgm:prSet presAssocID="{B1FCC12C-2682-9C40-98DE-85227045E751}" presName="LevelOneTextNode" presStyleLbl="node0" presStyleIdx="1" presStyleCnt="2">
        <dgm:presLayoutVars>
          <dgm:chPref val="3"/>
        </dgm:presLayoutVars>
      </dgm:prSet>
      <dgm:spPr/>
    </dgm:pt>
    <dgm:pt modelId="{1BE1D543-D263-9844-AA4E-6959CE10DB75}" type="pres">
      <dgm:prSet presAssocID="{B1FCC12C-2682-9C40-98DE-85227045E751}" presName="level2hierChild" presStyleCnt="0"/>
      <dgm:spPr/>
    </dgm:pt>
    <dgm:pt modelId="{25DE0A57-01E6-8D49-AB00-FCFCCEE8C390}" type="pres">
      <dgm:prSet presAssocID="{DB27C24C-D6C3-5A4D-A735-7D9B155B2D4B}" presName="conn2-1" presStyleLbl="parChTrans1D2" presStyleIdx="1" presStyleCnt="2"/>
      <dgm:spPr/>
    </dgm:pt>
    <dgm:pt modelId="{25AB8CBD-C87F-3847-9700-5F75EE6E769B}" type="pres">
      <dgm:prSet presAssocID="{DB27C24C-D6C3-5A4D-A735-7D9B155B2D4B}" presName="connTx" presStyleLbl="parChTrans1D2" presStyleIdx="1" presStyleCnt="2"/>
      <dgm:spPr/>
    </dgm:pt>
    <dgm:pt modelId="{05A70091-B243-E945-8E0B-449E41FE355D}" type="pres">
      <dgm:prSet presAssocID="{F6D77A8B-8D45-E248-A10D-2BA40DC3FBAE}" presName="root2" presStyleCnt="0"/>
      <dgm:spPr/>
    </dgm:pt>
    <dgm:pt modelId="{113DA287-0021-DB4E-A50B-A50BEC12AEEE}" type="pres">
      <dgm:prSet presAssocID="{F6D77A8B-8D45-E248-A10D-2BA40DC3FBAE}" presName="LevelTwoTextNode" presStyleLbl="node2" presStyleIdx="1" presStyleCnt="2">
        <dgm:presLayoutVars>
          <dgm:chPref val="3"/>
        </dgm:presLayoutVars>
      </dgm:prSet>
      <dgm:spPr/>
    </dgm:pt>
    <dgm:pt modelId="{E699A5DA-B00B-CA42-B659-2C1654D8FB81}" type="pres">
      <dgm:prSet presAssocID="{F6D77A8B-8D45-E248-A10D-2BA40DC3FBAE}" presName="level3hierChild" presStyleCnt="0"/>
      <dgm:spPr/>
    </dgm:pt>
    <dgm:pt modelId="{8E6BDE86-22E8-1441-9348-685484032EC2}" type="pres">
      <dgm:prSet presAssocID="{B26BF5B3-8C06-AB48-82C8-751E0C1828C2}" presName="conn2-1" presStyleLbl="parChTrans1D3" presStyleIdx="1" presStyleCnt="2"/>
      <dgm:spPr/>
    </dgm:pt>
    <dgm:pt modelId="{B65A189B-0540-AB40-93D4-0DA034C01FA5}" type="pres">
      <dgm:prSet presAssocID="{B26BF5B3-8C06-AB48-82C8-751E0C1828C2}" presName="connTx" presStyleLbl="parChTrans1D3" presStyleIdx="1" presStyleCnt="2"/>
      <dgm:spPr/>
    </dgm:pt>
    <dgm:pt modelId="{46C3A2EB-1F9E-FD42-B47E-10EF51DF8361}" type="pres">
      <dgm:prSet presAssocID="{634457C6-04CD-3249-98F2-C36ACE0EF501}" presName="root2" presStyleCnt="0"/>
      <dgm:spPr/>
    </dgm:pt>
    <dgm:pt modelId="{1B97EDD9-C931-0145-A74F-553E5616ECF9}" type="pres">
      <dgm:prSet presAssocID="{634457C6-04CD-3249-98F2-C36ACE0EF501}" presName="LevelTwoTextNode" presStyleLbl="node3" presStyleIdx="1" presStyleCnt="2">
        <dgm:presLayoutVars>
          <dgm:chPref val="3"/>
        </dgm:presLayoutVars>
      </dgm:prSet>
      <dgm:spPr/>
    </dgm:pt>
    <dgm:pt modelId="{DC841C33-F58B-ED4A-A7BF-BA0ED094BF9E}" type="pres">
      <dgm:prSet presAssocID="{634457C6-04CD-3249-98F2-C36ACE0EF501}" presName="level3hierChild" presStyleCnt="0"/>
      <dgm:spPr/>
    </dgm:pt>
  </dgm:ptLst>
  <dgm:cxnLst>
    <dgm:cxn modelId="{06B5E103-CC9D-E346-8397-0DC2B5B8EC54}" srcId="{30525336-6F8A-814B-BF29-07D3CB4895B2}" destId="{B1FCC12C-2682-9C40-98DE-85227045E751}" srcOrd="1" destOrd="0" parTransId="{7871AEB2-B3B4-B84E-AC38-CB4072693E80}" sibTransId="{F78B614C-2613-4443-9B0C-AD3327FB9731}"/>
    <dgm:cxn modelId="{759CB80C-160D-0E46-9B2D-654483976896}" srcId="{B1FCC12C-2682-9C40-98DE-85227045E751}" destId="{F6D77A8B-8D45-E248-A10D-2BA40DC3FBAE}" srcOrd="0" destOrd="0" parTransId="{DB27C24C-D6C3-5A4D-A735-7D9B155B2D4B}" sibTransId="{4CAFA41E-9F02-FE4C-B826-EEC65F64438F}"/>
    <dgm:cxn modelId="{E3088F1C-0CDD-0042-A2CE-E4A373A6088E}" type="presOf" srcId="{634457C6-04CD-3249-98F2-C36ACE0EF501}" destId="{1B97EDD9-C931-0145-A74F-553E5616ECF9}" srcOrd="0" destOrd="0" presId="urn:microsoft.com/office/officeart/2005/8/layout/hierarchy2"/>
    <dgm:cxn modelId="{8E2ACC1C-3072-A34B-B0D5-ADED84004DF5}" type="presOf" srcId="{30525336-6F8A-814B-BF29-07D3CB4895B2}" destId="{30137057-24B5-B14D-88AC-B1A4A8113CB1}" srcOrd="0" destOrd="0" presId="urn:microsoft.com/office/officeart/2005/8/layout/hierarchy2"/>
    <dgm:cxn modelId="{CF381F2A-C9BC-2A4D-8A6A-C8508C14CA41}" type="presOf" srcId="{B1FCC12C-2682-9C40-98DE-85227045E751}" destId="{0D96E210-827B-C346-9F32-257DDC025FE6}" srcOrd="0" destOrd="0" presId="urn:microsoft.com/office/officeart/2005/8/layout/hierarchy2"/>
    <dgm:cxn modelId="{D5C95D2D-AF62-8A4A-89EE-1FFE94E02485}" type="presOf" srcId="{A6752729-C3DB-6F42-A38F-30B672112395}" destId="{8CD40CB8-2EA7-F24B-BF22-A62E3838169D}" srcOrd="0" destOrd="0" presId="urn:microsoft.com/office/officeart/2005/8/layout/hierarchy2"/>
    <dgm:cxn modelId="{418EFA42-54E7-564E-B1D8-B5DE4EAA6BD7}" type="presOf" srcId="{DB27C24C-D6C3-5A4D-A735-7D9B155B2D4B}" destId="{25DE0A57-01E6-8D49-AB00-FCFCCEE8C390}" srcOrd="0" destOrd="0" presId="urn:microsoft.com/office/officeart/2005/8/layout/hierarchy2"/>
    <dgm:cxn modelId="{64A4A545-8C4E-1C4D-8AAF-622E9E024257}" type="presOf" srcId="{C72837FF-B77E-B94C-A1A6-09AF951B7574}" destId="{844650EB-F7BA-794D-B0FB-84D6C60AA614}" srcOrd="0" destOrd="0" presId="urn:microsoft.com/office/officeart/2005/8/layout/hierarchy2"/>
    <dgm:cxn modelId="{8712E15C-3988-174E-A789-6E8F950E3842}" type="presOf" srcId="{9BD63744-BB4E-EE4D-A714-EF0998FFE415}" destId="{896BC36A-B0EE-D340-9290-56B82A7938F5}" srcOrd="1" destOrd="0" presId="urn:microsoft.com/office/officeart/2005/8/layout/hierarchy2"/>
    <dgm:cxn modelId="{A6A86C61-1FDD-0746-9879-B1CDA8C6DDFE}" srcId="{C72837FF-B77E-B94C-A1A6-09AF951B7574}" destId="{108F37AC-81F7-DD42-83B5-3D68B12D24A9}" srcOrd="0" destOrd="0" parTransId="{9BD63744-BB4E-EE4D-A714-EF0998FFE415}" sibTransId="{3DCB0658-CEF9-7B4A-9835-8433FC85AFF8}"/>
    <dgm:cxn modelId="{7DD3DC68-AE7A-3C41-8552-2DD9DA61FAF3}" srcId="{30525336-6F8A-814B-BF29-07D3CB4895B2}" destId="{C72837FF-B77E-B94C-A1A6-09AF951B7574}" srcOrd="0" destOrd="0" parTransId="{9619F297-C90C-3848-9F0F-D7888FBB8D8F}" sibTransId="{0BDCCB90-9BE7-D64A-BDEF-8EBB3213B25C}"/>
    <dgm:cxn modelId="{CC1AAB6A-2C03-D14E-9E01-CC48048E5D1B}" type="presOf" srcId="{9BD63744-BB4E-EE4D-A714-EF0998FFE415}" destId="{CD27EC21-71B0-2043-A6E4-5FD2954C654D}" srcOrd="0" destOrd="0" presId="urn:microsoft.com/office/officeart/2005/8/layout/hierarchy2"/>
    <dgm:cxn modelId="{22848671-ED23-8D40-8643-F0FD7B8EC4BB}" srcId="{F6D77A8B-8D45-E248-A10D-2BA40DC3FBAE}" destId="{634457C6-04CD-3249-98F2-C36ACE0EF501}" srcOrd="0" destOrd="0" parTransId="{B26BF5B3-8C06-AB48-82C8-751E0C1828C2}" sibTransId="{006FB09E-CA5F-994B-A229-C8981149D57D}"/>
    <dgm:cxn modelId="{D92A4573-E012-4942-9F90-27F0809EA139}" type="presOf" srcId="{108F37AC-81F7-DD42-83B5-3D68B12D24A9}" destId="{32A04FFC-ECEF-4B46-94FA-32A8F7BCCD63}" srcOrd="0" destOrd="0" presId="urn:microsoft.com/office/officeart/2005/8/layout/hierarchy2"/>
    <dgm:cxn modelId="{D9A32279-CF6C-FB4B-A46E-47B57B432E54}" type="presOf" srcId="{B26BF5B3-8C06-AB48-82C8-751E0C1828C2}" destId="{B65A189B-0540-AB40-93D4-0DA034C01FA5}" srcOrd="1" destOrd="0" presId="urn:microsoft.com/office/officeart/2005/8/layout/hierarchy2"/>
    <dgm:cxn modelId="{863E498D-63F2-F341-B4EF-18B85FF90A82}" type="presOf" srcId="{DB27C24C-D6C3-5A4D-A735-7D9B155B2D4B}" destId="{25AB8CBD-C87F-3847-9700-5F75EE6E769B}" srcOrd="1" destOrd="0" presId="urn:microsoft.com/office/officeart/2005/8/layout/hierarchy2"/>
    <dgm:cxn modelId="{1AEB978F-6B3C-304C-9328-65942CC178E4}" type="presOf" srcId="{A6752729-C3DB-6F42-A38F-30B672112395}" destId="{51B7422A-17DA-8C43-A14D-5B960D8CBFCD}" srcOrd="1" destOrd="0" presId="urn:microsoft.com/office/officeart/2005/8/layout/hierarchy2"/>
    <dgm:cxn modelId="{CD7D2CA0-0309-D040-BDBD-4960C01054C7}" srcId="{108F37AC-81F7-DD42-83B5-3D68B12D24A9}" destId="{92ABBEFD-0491-1C40-9858-E452E34A722C}" srcOrd="0" destOrd="0" parTransId="{A6752729-C3DB-6F42-A38F-30B672112395}" sibTransId="{B46897E0-C5C6-FC4D-8DBA-59FF3C79E400}"/>
    <dgm:cxn modelId="{29C94CB6-DC9F-024A-B4B2-EAA13DDED9DD}" type="presOf" srcId="{F6D77A8B-8D45-E248-A10D-2BA40DC3FBAE}" destId="{113DA287-0021-DB4E-A50B-A50BEC12AEEE}" srcOrd="0" destOrd="0" presId="urn:microsoft.com/office/officeart/2005/8/layout/hierarchy2"/>
    <dgm:cxn modelId="{A0323EC1-6816-664C-AE0F-838601557554}" type="presOf" srcId="{B26BF5B3-8C06-AB48-82C8-751E0C1828C2}" destId="{8E6BDE86-22E8-1441-9348-685484032EC2}" srcOrd="0" destOrd="0" presId="urn:microsoft.com/office/officeart/2005/8/layout/hierarchy2"/>
    <dgm:cxn modelId="{4F58BDDA-9050-EA45-9F7A-5CFCD004FD6D}" type="presOf" srcId="{92ABBEFD-0491-1C40-9858-E452E34A722C}" destId="{3E28CA1E-9AA2-7A4E-8B8F-24CB717CED8D}" srcOrd="0" destOrd="0" presId="urn:microsoft.com/office/officeart/2005/8/layout/hierarchy2"/>
    <dgm:cxn modelId="{7E8F2D3C-D7E8-6E4F-8BC1-6076669E5ABC}" type="presParOf" srcId="{30137057-24B5-B14D-88AC-B1A4A8113CB1}" destId="{1DBFF188-8E5E-D84D-BDB3-4465D6E31B8D}" srcOrd="0" destOrd="0" presId="urn:microsoft.com/office/officeart/2005/8/layout/hierarchy2"/>
    <dgm:cxn modelId="{2B561D5D-B39C-7646-9E90-3E21127FCB96}" type="presParOf" srcId="{1DBFF188-8E5E-D84D-BDB3-4465D6E31B8D}" destId="{844650EB-F7BA-794D-B0FB-84D6C60AA614}" srcOrd="0" destOrd="0" presId="urn:microsoft.com/office/officeart/2005/8/layout/hierarchy2"/>
    <dgm:cxn modelId="{64C3E447-9744-5E4D-853D-74FCD95A166B}" type="presParOf" srcId="{1DBFF188-8E5E-D84D-BDB3-4465D6E31B8D}" destId="{F4860F9B-A4B0-6441-8422-4E1FC9B59D56}" srcOrd="1" destOrd="0" presId="urn:microsoft.com/office/officeart/2005/8/layout/hierarchy2"/>
    <dgm:cxn modelId="{6B005E8D-9F0B-5942-BD96-2965B7054F77}" type="presParOf" srcId="{F4860F9B-A4B0-6441-8422-4E1FC9B59D56}" destId="{CD27EC21-71B0-2043-A6E4-5FD2954C654D}" srcOrd="0" destOrd="0" presId="urn:microsoft.com/office/officeart/2005/8/layout/hierarchy2"/>
    <dgm:cxn modelId="{9D282291-BF12-BF40-9A9F-728147C84049}" type="presParOf" srcId="{CD27EC21-71B0-2043-A6E4-5FD2954C654D}" destId="{896BC36A-B0EE-D340-9290-56B82A7938F5}" srcOrd="0" destOrd="0" presId="urn:microsoft.com/office/officeart/2005/8/layout/hierarchy2"/>
    <dgm:cxn modelId="{19161DEB-8DBB-5141-A299-21570FF27A5D}" type="presParOf" srcId="{F4860F9B-A4B0-6441-8422-4E1FC9B59D56}" destId="{E1DE43DB-076E-B742-A972-880834F5B6F9}" srcOrd="1" destOrd="0" presId="urn:microsoft.com/office/officeart/2005/8/layout/hierarchy2"/>
    <dgm:cxn modelId="{A015E6E1-8582-3C47-9432-449775A9D481}" type="presParOf" srcId="{E1DE43DB-076E-B742-A972-880834F5B6F9}" destId="{32A04FFC-ECEF-4B46-94FA-32A8F7BCCD63}" srcOrd="0" destOrd="0" presId="urn:microsoft.com/office/officeart/2005/8/layout/hierarchy2"/>
    <dgm:cxn modelId="{CFD5991C-BEEB-9944-9FEF-B8867F69FCCF}" type="presParOf" srcId="{E1DE43DB-076E-B742-A972-880834F5B6F9}" destId="{3F351944-546F-8E45-AB0F-FDB68C6F4519}" srcOrd="1" destOrd="0" presId="urn:microsoft.com/office/officeart/2005/8/layout/hierarchy2"/>
    <dgm:cxn modelId="{81B33889-BA19-F342-8730-11ED1F9D9733}" type="presParOf" srcId="{3F351944-546F-8E45-AB0F-FDB68C6F4519}" destId="{8CD40CB8-2EA7-F24B-BF22-A62E3838169D}" srcOrd="0" destOrd="0" presId="urn:microsoft.com/office/officeart/2005/8/layout/hierarchy2"/>
    <dgm:cxn modelId="{2F08CCD1-09AA-A149-945C-242FC3212764}" type="presParOf" srcId="{8CD40CB8-2EA7-F24B-BF22-A62E3838169D}" destId="{51B7422A-17DA-8C43-A14D-5B960D8CBFCD}" srcOrd="0" destOrd="0" presId="urn:microsoft.com/office/officeart/2005/8/layout/hierarchy2"/>
    <dgm:cxn modelId="{A3BBC91D-FDB2-3E45-B5C3-CFD9DE6BA32B}" type="presParOf" srcId="{3F351944-546F-8E45-AB0F-FDB68C6F4519}" destId="{F6AD7B7C-48F7-BF4A-B107-6C9B0AC0CAA4}" srcOrd="1" destOrd="0" presId="urn:microsoft.com/office/officeart/2005/8/layout/hierarchy2"/>
    <dgm:cxn modelId="{565418A5-FD73-C745-ADEB-9C26CB479DB4}" type="presParOf" srcId="{F6AD7B7C-48F7-BF4A-B107-6C9B0AC0CAA4}" destId="{3E28CA1E-9AA2-7A4E-8B8F-24CB717CED8D}" srcOrd="0" destOrd="0" presId="urn:microsoft.com/office/officeart/2005/8/layout/hierarchy2"/>
    <dgm:cxn modelId="{21701E60-EDD1-9245-93DD-3A1ADF533E41}" type="presParOf" srcId="{F6AD7B7C-48F7-BF4A-B107-6C9B0AC0CAA4}" destId="{F30EDCD2-81E8-E741-A092-B86838CED51B}" srcOrd="1" destOrd="0" presId="urn:microsoft.com/office/officeart/2005/8/layout/hierarchy2"/>
    <dgm:cxn modelId="{79220485-F702-9C4C-A940-5F2AB6EC425E}" type="presParOf" srcId="{30137057-24B5-B14D-88AC-B1A4A8113CB1}" destId="{41B08F56-C2ED-464A-A3AB-08D5AA4C670B}" srcOrd="1" destOrd="0" presId="urn:microsoft.com/office/officeart/2005/8/layout/hierarchy2"/>
    <dgm:cxn modelId="{D686D10A-4380-0F46-BC75-9A72BA1C5F8C}" type="presParOf" srcId="{41B08F56-C2ED-464A-A3AB-08D5AA4C670B}" destId="{0D96E210-827B-C346-9F32-257DDC025FE6}" srcOrd="0" destOrd="0" presId="urn:microsoft.com/office/officeart/2005/8/layout/hierarchy2"/>
    <dgm:cxn modelId="{3F097D61-3E49-6846-807D-FE8412BEAAE9}" type="presParOf" srcId="{41B08F56-C2ED-464A-A3AB-08D5AA4C670B}" destId="{1BE1D543-D263-9844-AA4E-6959CE10DB75}" srcOrd="1" destOrd="0" presId="urn:microsoft.com/office/officeart/2005/8/layout/hierarchy2"/>
    <dgm:cxn modelId="{30D7C6C8-3B7A-4241-90C2-D6259AD7D34C}" type="presParOf" srcId="{1BE1D543-D263-9844-AA4E-6959CE10DB75}" destId="{25DE0A57-01E6-8D49-AB00-FCFCCEE8C390}" srcOrd="0" destOrd="0" presId="urn:microsoft.com/office/officeart/2005/8/layout/hierarchy2"/>
    <dgm:cxn modelId="{47761DCC-866A-3C4B-831B-FAFAF7E67C00}" type="presParOf" srcId="{25DE0A57-01E6-8D49-AB00-FCFCCEE8C390}" destId="{25AB8CBD-C87F-3847-9700-5F75EE6E769B}" srcOrd="0" destOrd="0" presId="urn:microsoft.com/office/officeart/2005/8/layout/hierarchy2"/>
    <dgm:cxn modelId="{89F9D1A2-51C5-2A40-BE17-43B922F51F65}" type="presParOf" srcId="{1BE1D543-D263-9844-AA4E-6959CE10DB75}" destId="{05A70091-B243-E945-8E0B-449E41FE355D}" srcOrd="1" destOrd="0" presId="urn:microsoft.com/office/officeart/2005/8/layout/hierarchy2"/>
    <dgm:cxn modelId="{721FD6AC-864B-504C-BD8B-B12DCB91E046}" type="presParOf" srcId="{05A70091-B243-E945-8E0B-449E41FE355D}" destId="{113DA287-0021-DB4E-A50B-A50BEC12AEEE}" srcOrd="0" destOrd="0" presId="urn:microsoft.com/office/officeart/2005/8/layout/hierarchy2"/>
    <dgm:cxn modelId="{DC053F4C-B5A5-534A-BA36-ED505ED62986}" type="presParOf" srcId="{05A70091-B243-E945-8E0B-449E41FE355D}" destId="{E699A5DA-B00B-CA42-B659-2C1654D8FB81}" srcOrd="1" destOrd="0" presId="urn:microsoft.com/office/officeart/2005/8/layout/hierarchy2"/>
    <dgm:cxn modelId="{8F8793E8-09D9-D94A-B02D-BBB4D83D3060}" type="presParOf" srcId="{E699A5DA-B00B-CA42-B659-2C1654D8FB81}" destId="{8E6BDE86-22E8-1441-9348-685484032EC2}" srcOrd="0" destOrd="0" presId="urn:microsoft.com/office/officeart/2005/8/layout/hierarchy2"/>
    <dgm:cxn modelId="{94000BE2-F800-1040-94A8-4069FC3BCA87}" type="presParOf" srcId="{8E6BDE86-22E8-1441-9348-685484032EC2}" destId="{B65A189B-0540-AB40-93D4-0DA034C01FA5}" srcOrd="0" destOrd="0" presId="urn:microsoft.com/office/officeart/2005/8/layout/hierarchy2"/>
    <dgm:cxn modelId="{AD5D5A48-32C4-DE47-8C4F-9413D137FC67}" type="presParOf" srcId="{E699A5DA-B00B-CA42-B659-2C1654D8FB81}" destId="{46C3A2EB-1F9E-FD42-B47E-10EF51DF8361}" srcOrd="1" destOrd="0" presId="urn:microsoft.com/office/officeart/2005/8/layout/hierarchy2"/>
    <dgm:cxn modelId="{B1BB011C-444B-854B-8C19-E3ED8E193685}" type="presParOf" srcId="{46C3A2EB-1F9E-FD42-B47E-10EF51DF8361}" destId="{1B97EDD9-C931-0145-A74F-553E5616ECF9}" srcOrd="0" destOrd="0" presId="urn:microsoft.com/office/officeart/2005/8/layout/hierarchy2"/>
    <dgm:cxn modelId="{EDFA0CD5-57D9-6E45-B23D-A61C5C6A8E37}" type="presParOf" srcId="{46C3A2EB-1F9E-FD42-B47E-10EF51DF8361}" destId="{DC841C33-F58B-ED4A-A7BF-BA0ED094BF9E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4C54FB-BEC5-0645-92D9-365082134116}">
      <dsp:nvSpPr>
        <dsp:cNvPr id="0" name=""/>
        <dsp:cNvSpPr/>
      </dsp:nvSpPr>
      <dsp:spPr>
        <a:xfrm>
          <a:off x="4621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Creazione e configurazione funzione</a:t>
          </a:r>
        </a:p>
      </dsp:txBody>
      <dsp:txXfrm>
        <a:off x="40127" y="1605038"/>
        <a:ext cx="1949441" cy="1141260"/>
      </dsp:txXfrm>
    </dsp:sp>
    <dsp:sp modelId="{E770C707-F494-7341-983A-88092909A555}">
      <dsp:nvSpPr>
        <dsp:cNvPr id="0" name=""/>
        <dsp:cNvSpPr/>
      </dsp:nvSpPr>
      <dsp:spPr>
        <a:xfrm>
          <a:off x="222711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800" kern="1200"/>
        </a:p>
      </dsp:txBody>
      <dsp:txXfrm>
        <a:off x="2227119" y="2025346"/>
        <a:ext cx="299835" cy="300644"/>
      </dsp:txXfrm>
    </dsp:sp>
    <dsp:sp modelId="{F7E0D2D5-6B29-4A4C-B315-E8D87E07F47C}">
      <dsp:nvSpPr>
        <dsp:cNvPr id="0" name=""/>
        <dsp:cNvSpPr/>
      </dsp:nvSpPr>
      <dsp:spPr>
        <a:xfrm>
          <a:off x="283325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Scrittura funzione</a:t>
          </a:r>
        </a:p>
      </dsp:txBody>
      <dsp:txXfrm>
        <a:off x="2868761" y="1605038"/>
        <a:ext cx="1949441" cy="1141260"/>
      </dsp:txXfrm>
    </dsp:sp>
    <dsp:sp modelId="{5466DEDF-4984-9B43-97EE-27B1A1A5AED7}">
      <dsp:nvSpPr>
        <dsp:cNvPr id="0" name=""/>
        <dsp:cNvSpPr/>
      </dsp:nvSpPr>
      <dsp:spPr>
        <a:xfrm>
          <a:off x="5055754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800" kern="1200"/>
        </a:p>
      </dsp:txBody>
      <dsp:txXfrm>
        <a:off x="5055754" y="2025346"/>
        <a:ext cx="299835" cy="300644"/>
      </dsp:txXfrm>
    </dsp:sp>
    <dsp:sp modelId="{003AC7EB-9F39-5A40-99C0-6A7A4879CB69}">
      <dsp:nvSpPr>
        <dsp:cNvPr id="0" name=""/>
        <dsp:cNvSpPr/>
      </dsp:nvSpPr>
      <dsp:spPr>
        <a:xfrm>
          <a:off x="5661890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Creazione script K6</a:t>
          </a:r>
        </a:p>
      </dsp:txBody>
      <dsp:txXfrm>
        <a:off x="5697396" y="1605038"/>
        <a:ext cx="1949441" cy="1141260"/>
      </dsp:txXfrm>
    </dsp:sp>
    <dsp:sp modelId="{96CF493F-4EFE-7B4E-984E-603D0317E804}">
      <dsp:nvSpPr>
        <dsp:cNvPr id="0" name=""/>
        <dsp:cNvSpPr/>
      </dsp:nvSpPr>
      <dsp:spPr>
        <a:xfrm>
          <a:off x="7884389" y="1925132"/>
          <a:ext cx="428336" cy="501072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1800" kern="1200"/>
        </a:p>
      </dsp:txBody>
      <dsp:txXfrm>
        <a:off x="7884389" y="2025346"/>
        <a:ext cx="299835" cy="300644"/>
      </dsp:txXfrm>
    </dsp:sp>
    <dsp:sp modelId="{400D2090-77CE-2846-A717-F147EBF7A962}">
      <dsp:nvSpPr>
        <dsp:cNvPr id="0" name=""/>
        <dsp:cNvSpPr/>
      </dsp:nvSpPr>
      <dsp:spPr>
        <a:xfrm>
          <a:off x="8490525" y="1569532"/>
          <a:ext cx="2020453" cy="121227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200" kern="1200" dirty="0"/>
            <a:t>Esecuzione script e Analisi report</a:t>
          </a:r>
        </a:p>
      </dsp:txBody>
      <dsp:txXfrm>
        <a:off x="8526031" y="1605038"/>
        <a:ext cx="1949441" cy="1141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4650EB-F7BA-794D-B0FB-84D6C60AA614}">
      <dsp:nvSpPr>
        <dsp:cNvPr id="0" name=""/>
        <dsp:cNvSpPr/>
      </dsp:nvSpPr>
      <dsp:spPr>
        <a:xfrm>
          <a:off x="2633" y="1500180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1° test</a:t>
          </a:r>
        </a:p>
      </dsp:txBody>
      <dsp:txXfrm>
        <a:off x="22875" y="1520422"/>
        <a:ext cx="1341761" cy="650638"/>
      </dsp:txXfrm>
    </dsp:sp>
    <dsp:sp modelId="{CD27EC21-71B0-2043-A6E4-5FD2954C654D}">
      <dsp:nvSpPr>
        <dsp:cNvPr id="0" name=""/>
        <dsp:cNvSpPr/>
      </dsp:nvSpPr>
      <dsp:spPr>
        <a:xfrm>
          <a:off x="1384879" y="1831876"/>
          <a:ext cx="552898" cy="27729"/>
        </a:xfrm>
        <a:custGeom>
          <a:avLst/>
          <a:gdLst/>
          <a:ahLst/>
          <a:cxnLst/>
          <a:rect l="0" t="0" r="0" b="0"/>
          <a:pathLst>
            <a:path>
              <a:moveTo>
                <a:pt x="0" y="13864"/>
              </a:moveTo>
              <a:lnTo>
                <a:pt x="552898" y="138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1647506" y="1831918"/>
        <a:ext cx="27644" cy="27644"/>
      </dsp:txXfrm>
    </dsp:sp>
    <dsp:sp modelId="{32A04FFC-ECEF-4B46-94FA-32A8F7BCCD63}">
      <dsp:nvSpPr>
        <dsp:cNvPr id="0" name=""/>
        <dsp:cNvSpPr/>
      </dsp:nvSpPr>
      <dsp:spPr>
        <a:xfrm>
          <a:off x="1937777" y="1500180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Richieste al secondo completate</a:t>
          </a:r>
        </a:p>
      </dsp:txBody>
      <dsp:txXfrm>
        <a:off x="1958019" y="1520422"/>
        <a:ext cx="1341761" cy="650638"/>
      </dsp:txXfrm>
    </dsp:sp>
    <dsp:sp modelId="{8CD40CB8-2EA7-F24B-BF22-A62E3838169D}">
      <dsp:nvSpPr>
        <dsp:cNvPr id="0" name=""/>
        <dsp:cNvSpPr/>
      </dsp:nvSpPr>
      <dsp:spPr>
        <a:xfrm>
          <a:off x="3320023" y="1831876"/>
          <a:ext cx="552898" cy="27729"/>
        </a:xfrm>
        <a:custGeom>
          <a:avLst/>
          <a:gdLst/>
          <a:ahLst/>
          <a:cxnLst/>
          <a:rect l="0" t="0" r="0" b="0"/>
          <a:pathLst>
            <a:path>
              <a:moveTo>
                <a:pt x="0" y="13864"/>
              </a:moveTo>
              <a:lnTo>
                <a:pt x="552898" y="13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582649" y="1831918"/>
        <a:ext cx="27644" cy="27644"/>
      </dsp:txXfrm>
    </dsp:sp>
    <dsp:sp modelId="{3E28CA1E-9AA2-7A4E-8B8F-24CB717CED8D}">
      <dsp:nvSpPr>
        <dsp:cNvPr id="0" name=""/>
        <dsp:cNvSpPr/>
      </dsp:nvSpPr>
      <dsp:spPr>
        <a:xfrm>
          <a:off x="3872921" y="1500180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Latenza Warm Start</a:t>
          </a:r>
        </a:p>
      </dsp:txBody>
      <dsp:txXfrm>
        <a:off x="3893163" y="1520422"/>
        <a:ext cx="1341761" cy="650638"/>
      </dsp:txXfrm>
    </dsp:sp>
    <dsp:sp modelId="{0D96E210-827B-C346-9F32-257DDC025FE6}">
      <dsp:nvSpPr>
        <dsp:cNvPr id="0" name=""/>
        <dsp:cNvSpPr/>
      </dsp:nvSpPr>
      <dsp:spPr>
        <a:xfrm>
          <a:off x="2633" y="2294971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2° test</a:t>
          </a:r>
        </a:p>
      </dsp:txBody>
      <dsp:txXfrm>
        <a:off x="22875" y="2315213"/>
        <a:ext cx="1341761" cy="650638"/>
      </dsp:txXfrm>
    </dsp:sp>
    <dsp:sp modelId="{25DE0A57-01E6-8D49-AB00-FCFCCEE8C390}">
      <dsp:nvSpPr>
        <dsp:cNvPr id="0" name=""/>
        <dsp:cNvSpPr/>
      </dsp:nvSpPr>
      <dsp:spPr>
        <a:xfrm>
          <a:off x="1384879" y="2626667"/>
          <a:ext cx="552898" cy="27729"/>
        </a:xfrm>
        <a:custGeom>
          <a:avLst/>
          <a:gdLst/>
          <a:ahLst/>
          <a:cxnLst/>
          <a:rect l="0" t="0" r="0" b="0"/>
          <a:pathLst>
            <a:path>
              <a:moveTo>
                <a:pt x="0" y="13864"/>
              </a:moveTo>
              <a:lnTo>
                <a:pt x="552898" y="13864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1647506" y="2626710"/>
        <a:ext cx="27644" cy="27644"/>
      </dsp:txXfrm>
    </dsp:sp>
    <dsp:sp modelId="{113DA287-0021-DB4E-A50B-A50BEC12AEEE}">
      <dsp:nvSpPr>
        <dsp:cNvPr id="0" name=""/>
        <dsp:cNvSpPr/>
      </dsp:nvSpPr>
      <dsp:spPr>
        <a:xfrm>
          <a:off x="1937777" y="2294971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Tempo di esecuzione</a:t>
          </a:r>
        </a:p>
      </dsp:txBody>
      <dsp:txXfrm>
        <a:off x="1958019" y="2315213"/>
        <a:ext cx="1341761" cy="650638"/>
      </dsp:txXfrm>
    </dsp:sp>
    <dsp:sp modelId="{8E6BDE86-22E8-1441-9348-685484032EC2}">
      <dsp:nvSpPr>
        <dsp:cNvPr id="0" name=""/>
        <dsp:cNvSpPr/>
      </dsp:nvSpPr>
      <dsp:spPr>
        <a:xfrm>
          <a:off x="3320023" y="2626667"/>
          <a:ext cx="552898" cy="27729"/>
        </a:xfrm>
        <a:custGeom>
          <a:avLst/>
          <a:gdLst/>
          <a:ahLst/>
          <a:cxnLst/>
          <a:rect l="0" t="0" r="0" b="0"/>
          <a:pathLst>
            <a:path>
              <a:moveTo>
                <a:pt x="0" y="13864"/>
              </a:moveTo>
              <a:lnTo>
                <a:pt x="552898" y="13864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3582649" y="2626710"/>
        <a:ext cx="27644" cy="27644"/>
      </dsp:txXfrm>
    </dsp:sp>
    <dsp:sp modelId="{1B97EDD9-C931-0145-A74F-553E5616ECF9}">
      <dsp:nvSpPr>
        <dsp:cNvPr id="0" name=""/>
        <dsp:cNvSpPr/>
      </dsp:nvSpPr>
      <dsp:spPr>
        <a:xfrm>
          <a:off x="3872921" y="2294971"/>
          <a:ext cx="1382245" cy="69112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500" kern="1200" dirty="0"/>
            <a:t>Reattività </a:t>
          </a:r>
          <a:r>
            <a:rPr lang="it-IT" sz="1500" kern="1200" dirty="0" err="1"/>
            <a:t>autoscaling</a:t>
          </a:r>
          <a:endParaRPr lang="it-IT" sz="1500" kern="1200" dirty="0"/>
        </a:p>
      </dsp:txBody>
      <dsp:txXfrm>
        <a:off x="3893163" y="2315213"/>
        <a:ext cx="1341761" cy="6506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7T08:40:46.711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571 1,'-27'0,"4"0,14 0,-1 0,-3 0,-5 0,-3 0,-2 0,2 0,4 0,4 0,4 0,-2 0,-3 0,-9 1,-6 2,-5 0,-1 2,3-2,2-1,3 1,0-1,1 0,2 0,4-1,5 0,5-1,1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7T08:40:50.528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2269 47,'-68'0,"-31"0,31 0,-3 0,-5 0,0 0,0 0,1 0,9 0,2 0,9 0,1 0,-43 0,16 0,7 0,0-4,-2 0,-4 0,1-1,5 3,8 0,9 0,10 1,5-1,6 0,2 0,2 0,4 1,3 1,1 0,3 0,2 0,-1 0,-2 0,-1-1,-1 0,4-1,3 1,6 0,1 1,1 0,-5 0,-2 0,-1 0,1 0,2 0,3 0,0 0,-3 0,-5-1,-2-1,0 1,7-1,7 1,4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7T08:40:52.762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1929 8,'-64'0,"-8"0,-6 0,0 0,4 0,-4 0,-8 0,-4 0,-2 0,1 0,0 0,4 0,3 0,5 0,6 0,7 0,10 0,9 0,8 0,4 0,2 0,-3 0,-2 0,-2 0,-6 0,-5 0,-5 0,2 0,8-1,12-1,13 0,12 0,5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17T08:40:54.962"/>
    </inkml:context>
    <inkml:brush xml:id="br0">
      <inkml:brushProperty name="width" value="0.2" units="cm"/>
      <inkml:brushProperty name="height" value="0.4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1490 66,'-55'0,"-5"0,-2 0,-4 0,6 0,3 0,-1 0,2 0,-2 0,-2 0,4 0,3 0,3 0,5 0,2-1,4 0,1-2,1 0,1 0,0 0,-1 0,1-2,2 2,4-1,7 1,6 2,6 0,3-1,-3 1,-5-1,-14-1,-9-1,-9-1,1 1,9 0,14 0,12 2,8 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0:18:46.55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1404 3893 24575,'0'-18'0,"0"-19"0,0-13 0,0-25 0,0-23 0,0 35 0,0-5 0,0-14 0,0-5 0,0-8 0,0-2 0,0 28 0,0-1 0,0 0 0,-1 1 0,0 1 0,-2-1 0,-1-1 0,-1 0 0,-2 0 0,-2 1 0,-1 1 0,-2 0 0,-1 2 0,-2 1 0,-1-1 0,-1 0 0,-1-1 0,0 1 0,-10-29 0,-2 1 0,0 4 0,-1 2 0,1 7 0,-1 2 0,1 7 0,-1 3 0,1 6 0,-1 2 0,-1 0 0,-1 0 0,-1-2 0,-2 0 0,0 1 0,-1 1 0,1 0 0,1 0 0,2 3 0,2 2 0,1 5 0,0 1 0,4 3 0,1 1 0,-20-32 0,4 11 0,7 11 0,6 15 0,5 15 0,10 11 0,5 15 0,0 4 0,1 10 0,1 1 0,-2 3 0,2 3 0,-4 1 0,-2 4 0,-1 2 0,-3 5 0,-5 7 0,-3 8 0,-3 7 0,2-1 0,3-3 0,5-9 0,6-10 0,0-4 0,1 0 0,-1 1 0,0-1 0,2-3 0,1-8 0,2-10 0,2-10 0,1-7 0,2-10 0,1-7 0,1-5 0,6-6 0,4-2 0,4 4 0,2 4 0,-5 5 0,-2 6 0,-2 1 0,-2 4 0,0 0 0,-1 0 0,0 0 0,2-3 0,2 0 0,1-1 0,2-5 0,3-9 0,2-9 0,3-5 0,0 5 0,-4 8 0,-1 15 0,-1 11 0,0 9 0,2 7 0,2 1 0,6 4 0,20 0 0,25 2 0,-3-4 0,21-3 0,3 2 0,-7-2 0,12 6 0,-30 1 0,-12 0 0,-6 0 0,-7-1 0,-4 0 0,-4 0 0,-4 0 0,-6-1 0,-4 2 0,-7 1 0,-7-3 0,-9-7 0,1-3 0,-2-3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0:22:54.910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3 4666 24575,'-3'-28'0,"9"-21"0,4-13 0,19-22 0,-4 41 0,3 1 0,2-1 0,3 1 0,4-2 0,2 0 0,-1 6 0,0 1 0,1 1 0,0 0 0,3-5 0,1-2 0,5-4 0,2-3 0,6-9 0,2-3 0,6-6 0,2-2 0,-19 20 0,2 0 0,0-1 0,0 1 0,-1-1 0,1 2 0,23-22 0,-1 2 0,0 4 0,0 2 0,-3 5 0,1 1 0,1 2 0,2 1 0,3-2 0,1-1 0,1-2 0,0-1-258,-22 15 0,1 0 0,1-1 258,5-4 0,0-1 0,1-2 0,5-4 0,0-1 0,2 0-397,-12 10 1,1 1 0,1-2 0,1 1 396,4-3 0,0 0 0,2 0 0,-1 0 0,1 1 0,0 1 0,1 0 0,0 0 0,-1 2 0,0 1 0,0 0 0,1 1 0,-2 2 0,0 0 0,0 1 0,-1 1 0,19-11 0,0 1 0,-1 1-303,-2 2 1,-1 1-1,0 1 303,-3 1 0,0 0 0,-1 2 0,-4 1 0,-1 2 0,-1-1 0,-4 3 0,-2 1 0,-1 0 0,-4 3 0,-1 0 0,-2 2 0,19-10 0,-4 1 338,-7 5 0,-1 2-338,-4 5 0,-2 1 782,-4 3 1,-2 2-783,37-12 1026,-24 15-1026,-19 6 0,-15 7 0,-13 1 0,-10 0 0,-9 3 0,-4 0 0,-4 3 0,-2 0 0,-8 0 0,-5 0 0,-3 0 0,-3 0 0,2 0 0,0 0 0,2 0 0,2 0 0,1 0 0,2 0 0,2 0 0,1 0 0,-1 0 0,-3-6 0,1-1 0,0-1 0,4 2 0,4 6 0,4-2 0,3 0 0,-2-1 0,0 0 0,-3 2 0,-2 1 0,-2 0 0,2-1 0,0-2 0,2 0 0,2 0 0,-1 2 0,1 1 0,1 0 0,-4 0 0,-3 0 0,-1 0 0,1 0 0,7 0 0,4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20T10:22:59.863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187 0 24575,'0'16'0,"-2"7"0,0 3 0,-7 5 0,-3-2 0,0-3 0,2 3 0,5-7 0,-2 3 0,-5 6 0,-6 5 0,-5 3 0,-1 1 0,3-5 0,7-7 0,5-7 0,5-13 0,1-3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16:48:35.436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0,'94'0,"-2"0,-6 0,-2 0,-4 0,-5 0,-20 0,-5 0,-8 0,-7 0,2 0,-10 0,-3 0,-2 0,-2 0,2 0,1 0,10 0,8 0,8 0,4 0,-7 0,-9 0,-7 0,-5 0,-1 0,-1 0,-5 0,13 0,-12 0,11 0,-13 0,-2 0,0 0,6 0,0 0,-5 0,-6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16:48:37.864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0,'96'6,"-8"-1,-19-5,5 0,4 0,4 0,-14 0,-9 0,-8 0,1 3,11 1,-5 3,-3-1,-3 1,-2 0,-1-1,2 1,-4-4,1 3,2-3,-2 4,-1-1,-6-2,-5 2,-4-2,-3 3,-1-1,-3-3,-4 0,-4-1,-3 1,1 0,8 3,11-2,7 0,6 2,-4-2,-7-1,-7 0,-9-3,-8 0,-6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16:48:44.827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0 0,'74'0,"-1"0,-4 0,-6 0,-14 0,-4 0,0 0,1 0,9 0,0 0,2 0,3 0,-2 0,-3 0,-1 0,5 0,0 3,4 4,0 0,-7 3,-6-3,-11-1,-4 0,-1 0,0 0,1 0,0 1,-1-1,0 0,-2 0,-9-1,-6 0,-6 0,3-1,2 1,6 0,-2-2,-3 0,-3-3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0-20T16:48:47.835"/>
    </inkml:context>
    <inkml:brush xml:id="br0">
      <inkml:brushProperty name="width" value="0.3" units="cm"/>
      <inkml:brushProperty name="height" value="0.6" units="cm"/>
      <inkml:brushProperty name="color" value="#FF8517"/>
      <inkml:brushProperty name="tip" value="rectangle"/>
      <inkml:brushProperty name="rasterOp" value="maskPen"/>
    </inkml:brush>
  </inkml:definitions>
  <inkml:trace contextRef="#ctx0" brushRef="#br0">1 0,'53'0,"1"0,2 0,2 0,5 0,2 0,1 0,-2 0,-9 0,-1 0,45 0,-8 0,4 0,-41 0,-1 0,38 0,-14 0,-16 0,-12 0,-13 0,-7 0,-15 0,-3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B25AFD-6968-5430-A5C4-D609B2580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C94E903-148C-E01A-5148-A1819EF372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44C4914-52A4-614A-EED3-E4ABB4DCA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716093-E1D7-4176-9699-5D3F58C1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9411EF-079B-8CD2-5D6B-6B2099C11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82923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843D77-9363-BBC9-7FA2-E440F3B98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A0CA48-D976-7A33-17F2-4DEC2B7FD9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B1C1B0-3EED-94D8-60C3-BDBABAD1F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97BDEF-378B-08D8-5E94-0A28849B7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388C8CA-C6F3-50A5-0127-45532318A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7639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8AC34D6-504B-7F0B-0DE0-CEA36E14A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3E0CDC3F-ACEC-F5AC-97B2-17117A525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1188390-3EEF-CE53-F272-0428272D2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DA5B861-53BD-48C4-4C4B-96728F2EA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6078E5-C74E-C259-B6D4-5FDB2F350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09073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B2DE300-467E-372E-9641-E4686910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3F8D97B-F73C-B359-1A03-4FE91B76EB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323779B-E7A4-E130-8E87-043D1E74B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EAF61EF-84F7-A0BC-23E8-F994E3DAD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13BEACF-BB74-7BDD-4961-9546A0299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383351E-9C59-AF60-ACF1-AB5F052A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6064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66E36B-767F-D0E2-9098-140466351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5A29F3B-B023-CD77-6F70-0EC27EA53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4EA347C-FE98-A7CD-7B29-6090F4D993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101FD6D-08C0-8354-815C-609AABF790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6A1919B-215E-FD51-C782-4D3E2436B6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D3AE5CC8-4C15-63F7-5C29-99BDC668B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E4EBDA1-2577-B25C-1709-7B7329E5E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A0D9586-2494-3B9E-0124-60CD41795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9785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4E60075-5CFA-CA98-C8E8-089795792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BE5888A-D27A-0A47-6363-0C37B262A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6EE84B1-B20F-CFE4-6B0B-912960713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0BA802EE-89E8-660B-6760-0A97E11B2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022244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302A428-8BB0-0CE1-2B08-7CD9F28D9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98E4424-7DA6-F5BF-794F-7E33E793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3D14685-1ECA-617D-5484-280E1B597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166817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4A634C8-3747-6560-2E3D-A0647AD83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20DC563-FCB6-C68B-FB97-9ABCC2070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90BD71-DDAE-CC91-C147-64A89785B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3180CA8-3912-3CCC-737E-9B8A5522E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E2283366-DD72-9F3A-AC92-69922FFC5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527BCA0-DC08-D025-F8E3-F2091929F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075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D7A015-26C6-87D9-A118-83F8472E5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05DEF492-2E14-C31C-C639-1BD5BB8177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0912C524-5EA5-0845-0285-1B97F918EB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89BB5AB-9066-B9B9-06A7-7E2F5CCAA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BC25610-24F8-B01D-9E67-A5A424F8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6198DD6-38F9-5323-FCE7-A6A8B89C4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4086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0E6300D-2030-B1D3-9FE8-7901F6F98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6E1C18D0-9B84-C937-8DAE-24C950490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680FD0E-61A0-0374-DF25-0DF9767E6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B5CB7E7-B758-C8C8-FFAC-D9930A43F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532B3F1-EDB0-EB0A-5623-164745C3E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1997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25CEE6D-2C15-5467-782B-6408169FEF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E8969F3-1A9B-59D1-CEF1-417FC2B14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56BA90-51D6-A307-1CD9-97FCDF3D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E3827A4-4998-9221-F6C2-44CCC4E4B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F366751-B181-EF14-90C5-049F4E556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5096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2C84CAEC-E918-48E5-A516-D6E66BF3E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106C23F-A0D0-39A7-6C1B-923868FB72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C115F97-B1EB-CA76-C987-1E0303BC22A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64A78-84F3-D149-ADC3-9E17D87FA6C8}" type="datetimeFigureOut">
              <a:rPr lang="it-IT" smtClean="0"/>
              <a:t>23/10/25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D4DEEB4-CFC3-2877-B9DB-B21EDECFCD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CF94F1F-80AD-4F92-4095-E4460E919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B02798-74AB-9C4F-9C84-A3C62B808599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2721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customXml" Target="../ink/ink2.xml"/><Relationship Id="rId10" Type="http://schemas.openxmlformats.org/officeDocument/2006/relationships/image" Target="../media/image7.png"/><Relationship Id="rId4" Type="http://schemas.openxmlformats.org/officeDocument/2006/relationships/image" Target="../media/image40.png"/><Relationship Id="rId9" Type="http://schemas.openxmlformats.org/officeDocument/2006/relationships/customXml" Target="../ink/ink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chart" Target="../charts/chart5.xml"/><Relationship Id="rId7" Type="http://schemas.openxmlformats.org/officeDocument/2006/relationships/image" Target="../media/image10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4.xml"/><Relationship Id="rId6" Type="http://schemas.openxmlformats.org/officeDocument/2006/relationships/customXml" Target="../ink/ink6.xml"/><Relationship Id="rId5" Type="http://schemas.openxmlformats.org/officeDocument/2006/relationships/image" Target="../media/image9.png"/><Relationship Id="rId4" Type="http://schemas.openxmlformats.org/officeDocument/2006/relationships/customXml" Target="../ink/ink5.xml"/><Relationship Id="rId9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customXml" Target="../ink/ink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D7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350"/>
          </a:p>
        </p:txBody>
      </p:sp>
      <p:pic>
        <p:nvPicPr>
          <p:cNvPr id="2" name="Immagin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004" y="2510775"/>
            <a:ext cx="4419992" cy="183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7690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FA8451-06FD-A748-EDBD-421A208906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it-IT" dirty="0" err="1"/>
              <a:t>FaaS</a:t>
            </a:r>
            <a:r>
              <a:rPr lang="it-IT" dirty="0"/>
              <a:t>: Cloud </a:t>
            </a:r>
            <a:r>
              <a:rPr lang="it-IT" dirty="0" err="1"/>
              <a:t>Run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 VS Lambda</a:t>
            </a:r>
            <a:br>
              <a:rPr lang="it-IT" dirty="0"/>
            </a:br>
            <a:r>
              <a:rPr lang="it-IT" dirty="0" err="1"/>
              <a:t>Functions</a:t>
            </a:r>
            <a:endParaRPr lang="it-IT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F7B427D-4386-2810-ADBA-A4D5B5E061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Di Luca Roganti</a:t>
            </a:r>
          </a:p>
        </p:txBody>
      </p:sp>
    </p:spTree>
    <p:extLst>
      <p:ext uri="{BB962C8B-B14F-4D97-AF65-F5344CB8AC3E}">
        <p14:creationId xmlns:p14="http://schemas.microsoft.com/office/powerpoint/2010/main" val="1413147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ADD40D-FFFF-72DE-9A3D-B0C2979EE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Workflow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0B2B77C-3ABC-DACF-912B-D25024E12E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59866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405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E60D5B-CAF8-7786-50E2-E687146F4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e configurazione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3541A6C-74E4-DA51-549C-D7E8DFE7C5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Creazione molto veloce , poi :</a:t>
            </a:r>
          </a:p>
          <a:p>
            <a:pPr marL="0" indent="0">
              <a:buNone/>
            </a:pPr>
            <a:br>
              <a:rPr lang="it-IT" dirty="0"/>
            </a:br>
            <a:r>
              <a:rPr lang="it-IT" dirty="0"/>
              <a:t>-creare </a:t>
            </a:r>
            <a:r>
              <a:rPr lang="it-IT" dirty="0" err="1"/>
              <a:t>layer</a:t>
            </a:r>
            <a:r>
              <a:rPr lang="it-IT" dirty="0"/>
              <a:t> </a:t>
            </a:r>
            <a:r>
              <a:rPr lang="it-IT" dirty="0" err="1"/>
              <a:t>python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/>
              <a:t>-aggiungere </a:t>
            </a:r>
            <a:r>
              <a:rPr lang="it-IT" dirty="0" err="1"/>
              <a:t>layer</a:t>
            </a:r>
            <a:r>
              <a:rPr lang="it-IT" dirty="0"/>
              <a:t> </a:t>
            </a:r>
          </a:p>
          <a:p>
            <a:pPr>
              <a:buFontTx/>
              <a:buChar char="-"/>
            </a:pPr>
            <a:r>
              <a:rPr lang="it-IT" dirty="0"/>
              <a:t>impostare gestore =</a:t>
            </a:r>
            <a:r>
              <a:rPr lang="it-IT" dirty="0" err="1"/>
              <a:t>nome_file.nome_funzione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/>
              <a:t>- generare URL 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AE184BD-D2A0-8D78-85D5-D0E552CB13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</a:t>
            </a:r>
          </a:p>
          <a:p>
            <a:endParaRPr lang="it-IT" dirty="0"/>
          </a:p>
          <a:p>
            <a:pPr marL="0" indent="0">
              <a:buNone/>
            </a:pPr>
            <a:r>
              <a:rPr lang="it-IT" dirty="0"/>
              <a:t>Molto facile, processo di creazione e configurazione in un’unica schermata  </a:t>
            </a:r>
          </a:p>
        </p:txBody>
      </p:sp>
    </p:spTree>
    <p:extLst>
      <p:ext uri="{BB962C8B-B14F-4D97-AF65-F5344CB8AC3E}">
        <p14:creationId xmlns:p14="http://schemas.microsoft.com/office/powerpoint/2010/main" val="2807783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E11A385-0017-5A1F-4719-77254EA3C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560881"/>
            <a:ext cx="9795638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endParaRPr lang="en-US" sz="5200"/>
          </a:p>
        </p:txBody>
      </p:sp>
      <p:pic>
        <p:nvPicPr>
          <p:cNvPr id="5" name="Segnaposto contenuto 4" descr="Immagine che contiene testo, schermata, software, Pagina Web&#10;&#10;Il contenuto generato dall'IA potrebbe non essere corretto.">
            <a:extLst>
              <a:ext uri="{FF2B5EF4-FFF2-40B4-BE49-F238E27FC236}">
                <a16:creationId xmlns:a16="http://schemas.microsoft.com/office/drawing/2014/main" id="{600A4BCA-8C5C-D20E-5012-0D4B767E80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91856" y="0"/>
            <a:ext cx="7742619" cy="4516266"/>
          </a:xfrm>
          <a:prstGeom prst="rect">
            <a:avLst/>
          </a:prstGeom>
        </p:spPr>
      </p:pic>
      <p:pic>
        <p:nvPicPr>
          <p:cNvPr id="4" name="Immagine 3" descr="Immagine che contiene testo, Carattere, schermata&#10;&#10;Il contenuto generato dall'IA potrebbe non essere corretto.">
            <a:extLst>
              <a:ext uri="{FF2B5EF4-FFF2-40B4-BE49-F238E27FC236}">
                <a16:creationId xmlns:a16="http://schemas.microsoft.com/office/drawing/2014/main" id="{FC5542A6-8BCE-E9D2-7209-B18445950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63" y="4332626"/>
            <a:ext cx="5557438" cy="196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183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F783685-7AC7-C1ED-5E05-711F5E5CC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BF33FD1-F0DB-FA94-73F7-33D577876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Scrittura funzione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16D6B8A-845D-ABD6-B325-083167D906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pPr marL="0" indent="0">
              <a:buNone/>
            </a:pPr>
            <a:r>
              <a:rPr lang="it-IT" dirty="0" err="1"/>
              <a:t>handler</a:t>
            </a:r>
            <a:r>
              <a:rPr lang="it-IT" dirty="0"/>
              <a:t>(</a:t>
            </a:r>
            <a:r>
              <a:rPr lang="it-IT" dirty="0" err="1"/>
              <a:t>event,context</a:t>
            </a:r>
            <a:r>
              <a:rPr lang="it-IT" dirty="0"/>
              <a:t>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i="1" dirty="0"/>
              <a:t>event</a:t>
            </a:r>
            <a:r>
              <a:rPr lang="it-IT" dirty="0"/>
              <a:t> è l oggetto che rappresenta la richiesta http</a:t>
            </a:r>
          </a:p>
          <a:p>
            <a:pPr marL="0" indent="0">
              <a:buNone/>
            </a:pPr>
            <a:r>
              <a:rPr lang="it-IT" i="1" dirty="0" err="1"/>
              <a:t>context</a:t>
            </a:r>
            <a:r>
              <a:rPr lang="it-IT" dirty="0"/>
              <a:t> è un oggetto che contiene info sull’esecuzione</a:t>
            </a:r>
          </a:p>
          <a:p>
            <a:pPr marL="0" indent="0">
              <a:buNone/>
            </a:pPr>
            <a:r>
              <a:rPr lang="it-IT" dirty="0"/>
              <a:t>-La risposta sarà un dizionario 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777EA5-9633-3769-9956-9715C4A59EF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</a:t>
            </a:r>
          </a:p>
          <a:p>
            <a:pPr marL="0" indent="0">
              <a:buNone/>
            </a:pPr>
            <a:r>
              <a:rPr lang="it-IT" dirty="0" err="1"/>
              <a:t>handler</a:t>
            </a:r>
            <a:r>
              <a:rPr lang="it-IT" dirty="0"/>
              <a:t>(</a:t>
            </a:r>
            <a:r>
              <a:rPr lang="it-IT" dirty="0" err="1"/>
              <a:t>request</a:t>
            </a:r>
            <a:r>
              <a:rPr lang="it-IT" dirty="0"/>
              <a:t>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Un solo oggetto, derivato da </a:t>
            </a:r>
            <a:r>
              <a:rPr lang="it-IT" dirty="0" err="1"/>
              <a:t>Flask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-La risposta sarà una </a:t>
            </a:r>
            <a:r>
              <a:rPr lang="it-IT" dirty="0" err="1"/>
              <a:t>tupla</a:t>
            </a:r>
            <a:r>
              <a:rPr lang="it-IT" dirty="0"/>
              <a:t> (</a:t>
            </a:r>
            <a:r>
              <a:rPr lang="it-IT" dirty="0" err="1"/>
              <a:t>body,status,headers</a:t>
            </a:r>
            <a:r>
              <a:rPr lang="it-IT" dirty="0"/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3956842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9772AA-4343-134E-FBE4-7A53AE864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Creazione Script k6</a:t>
            </a:r>
          </a:p>
        </p:txBody>
      </p:sp>
      <p:pic>
        <p:nvPicPr>
          <p:cNvPr id="9" name="Segnaposto contenuto 8" descr="Immagine che contiene testo, schermata, design&#10;&#10;Il contenuto generato dall'IA potrebbe non essere corretto.">
            <a:extLst>
              <a:ext uri="{FF2B5EF4-FFF2-40B4-BE49-F238E27FC236}">
                <a16:creationId xmlns:a16="http://schemas.microsoft.com/office/drawing/2014/main" id="{1DD0383B-ACAD-1E4E-B591-D66FD54AF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9176" y="1425437"/>
            <a:ext cx="10356574" cy="6472859"/>
          </a:xfrm>
        </p:spPr>
      </p:pic>
    </p:spTree>
    <p:extLst>
      <p:ext uri="{BB962C8B-B14F-4D97-AF65-F5344CB8AC3E}">
        <p14:creationId xmlns:p14="http://schemas.microsoft.com/office/powerpoint/2010/main" val="4192546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6D4476-6D45-FD58-D71A-F24608DF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Report</a:t>
            </a:r>
          </a:p>
        </p:txBody>
      </p:sp>
      <p:pic>
        <p:nvPicPr>
          <p:cNvPr id="9" name="Segnaposto contenuto 8">
            <a:extLst>
              <a:ext uri="{FF2B5EF4-FFF2-40B4-BE49-F238E27FC236}">
                <a16:creationId xmlns:a16="http://schemas.microsoft.com/office/drawing/2014/main" id="{1BBE7DBE-6EB1-02B6-E202-78F07D530E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7097" y="1508228"/>
            <a:ext cx="8559632" cy="534977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put penna 19">
                <a:extLst>
                  <a:ext uri="{FF2B5EF4-FFF2-40B4-BE49-F238E27FC236}">
                    <a16:creationId xmlns:a16="http://schemas.microsoft.com/office/drawing/2014/main" id="{309FD9FC-575F-948C-9CB2-BE77D6D75DFC}"/>
                  </a:ext>
                </a:extLst>
              </p14:cNvPr>
              <p14:cNvContentPartPr/>
              <p14:nvPr/>
            </p14:nvContentPartPr>
            <p14:xfrm>
              <a:off x="3466016" y="5028999"/>
              <a:ext cx="205560" cy="10440"/>
            </p14:xfrm>
          </p:contentPart>
        </mc:Choice>
        <mc:Fallback xmlns="">
          <p:pic>
            <p:nvPicPr>
              <p:cNvPr id="20" name="Input penna 19">
                <a:extLst>
                  <a:ext uri="{FF2B5EF4-FFF2-40B4-BE49-F238E27FC236}">
                    <a16:creationId xmlns:a16="http://schemas.microsoft.com/office/drawing/2014/main" id="{309FD9FC-575F-948C-9CB2-BE77D6D75DF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30376" y="4957359"/>
                <a:ext cx="2772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put penna 20">
                <a:extLst>
                  <a:ext uri="{FF2B5EF4-FFF2-40B4-BE49-F238E27FC236}">
                    <a16:creationId xmlns:a16="http://schemas.microsoft.com/office/drawing/2014/main" id="{C0E6A05A-F9A2-8F6F-0403-2EF4597A179B}"/>
                  </a:ext>
                </a:extLst>
              </p14:cNvPr>
              <p14:cNvContentPartPr/>
              <p14:nvPr/>
            </p14:nvContentPartPr>
            <p14:xfrm>
              <a:off x="2362976" y="4922799"/>
              <a:ext cx="816840" cy="16920"/>
            </p14:xfrm>
          </p:contentPart>
        </mc:Choice>
        <mc:Fallback xmlns="">
          <p:pic>
            <p:nvPicPr>
              <p:cNvPr id="21" name="Input penna 20">
                <a:extLst>
                  <a:ext uri="{FF2B5EF4-FFF2-40B4-BE49-F238E27FC236}">
                    <a16:creationId xmlns:a16="http://schemas.microsoft.com/office/drawing/2014/main" id="{C0E6A05A-F9A2-8F6F-0403-2EF4597A179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27336" y="4850799"/>
                <a:ext cx="88848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2" name="Input penna 21">
                <a:extLst>
                  <a:ext uri="{FF2B5EF4-FFF2-40B4-BE49-F238E27FC236}">
                    <a16:creationId xmlns:a16="http://schemas.microsoft.com/office/drawing/2014/main" id="{2BD4E25C-84FB-C949-8171-306E1DAFF2B3}"/>
                  </a:ext>
                </a:extLst>
              </p14:cNvPr>
              <p14:cNvContentPartPr/>
              <p14:nvPr/>
            </p14:nvContentPartPr>
            <p14:xfrm>
              <a:off x="2314736" y="6127359"/>
              <a:ext cx="694440" cy="3240"/>
            </p14:xfrm>
          </p:contentPart>
        </mc:Choice>
        <mc:Fallback xmlns="">
          <p:pic>
            <p:nvPicPr>
              <p:cNvPr id="22" name="Input penna 21">
                <a:extLst>
                  <a:ext uri="{FF2B5EF4-FFF2-40B4-BE49-F238E27FC236}">
                    <a16:creationId xmlns:a16="http://schemas.microsoft.com/office/drawing/2014/main" id="{2BD4E25C-84FB-C949-8171-306E1DAFF2B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279096" y="6055359"/>
                <a:ext cx="7660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3" name="Input penna 22">
                <a:extLst>
                  <a:ext uri="{FF2B5EF4-FFF2-40B4-BE49-F238E27FC236}">
                    <a16:creationId xmlns:a16="http://schemas.microsoft.com/office/drawing/2014/main" id="{4F500AAC-08E4-866B-02ED-E4BCF7439531}"/>
                  </a:ext>
                </a:extLst>
              </p14:cNvPr>
              <p14:cNvContentPartPr/>
              <p14:nvPr/>
            </p14:nvContentPartPr>
            <p14:xfrm>
              <a:off x="2293856" y="6223119"/>
              <a:ext cx="536760" cy="24120"/>
            </p14:xfrm>
          </p:contentPart>
        </mc:Choice>
        <mc:Fallback xmlns="">
          <p:pic>
            <p:nvPicPr>
              <p:cNvPr id="23" name="Input penna 22">
                <a:extLst>
                  <a:ext uri="{FF2B5EF4-FFF2-40B4-BE49-F238E27FC236}">
                    <a16:creationId xmlns:a16="http://schemas.microsoft.com/office/drawing/2014/main" id="{4F500AAC-08E4-866B-02ED-E4BCF743953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257856" y="6151119"/>
                <a:ext cx="608400" cy="16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83610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43AB19A-8EE0-5288-D5CD-EAD04AEDA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Report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C5A3F14-4F1E-68BB-6724-ADF9B5842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Tempo tra l’invio della richiesta del client (</a:t>
            </a:r>
            <a:r>
              <a:rPr lang="it-IT" dirty="0" err="1"/>
              <a:t>Vus</a:t>
            </a:r>
            <a:r>
              <a:rPr lang="it-IT" dirty="0"/>
              <a:t>) e la ricezione dell’ultimo byte della risposta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http_req_duration</a:t>
            </a:r>
            <a:endParaRPr lang="it-IT" i="1" dirty="0">
              <a:solidFill>
                <a:schemeClr val="accent2"/>
              </a:solidFill>
              <a:sym typeface="Wingdings" pitchFamily="2" charset="2"/>
            </a:endParaRPr>
          </a:p>
          <a:p>
            <a:r>
              <a:rPr lang="it-IT" dirty="0"/>
              <a:t>Tempo di rete in cui la richiesta k6 raggiunge il Cloud provider e viceversa </a:t>
            </a:r>
            <a:r>
              <a:rPr lang="it-IT" dirty="0">
                <a:sym typeface="Wingdings" pitchFamily="2" charset="2"/>
              </a:rPr>
              <a:t> 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data_sent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/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data_received</a:t>
            </a:r>
            <a:endParaRPr lang="it-IT" i="1" dirty="0">
              <a:solidFill>
                <a:schemeClr val="accent2"/>
              </a:solidFill>
              <a:sym typeface="Wingdings" pitchFamily="2" charset="2"/>
            </a:endParaRPr>
          </a:p>
          <a:p>
            <a:r>
              <a:rPr lang="it-IT" dirty="0">
                <a:sym typeface="Wingdings" pitchFamily="2" charset="2"/>
              </a:rPr>
              <a:t>Overhead instradamento richiesta alla funzione da parte Cloud Provider + Tempo inizializzazione istanza + Tempo effettivo esecuzione funzione  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TotalInternalLatency</a:t>
            </a:r>
            <a:r>
              <a:rPr lang="it-IT" i="1" dirty="0">
                <a:solidFill>
                  <a:schemeClr val="accent2"/>
                </a:solidFill>
                <a:sym typeface="Wingdings" pitchFamily="2" charset="2"/>
              </a:rPr>
              <a:t> = </a:t>
            </a:r>
            <a:r>
              <a:rPr lang="it-IT" i="1" dirty="0" err="1">
                <a:solidFill>
                  <a:schemeClr val="accent2"/>
                </a:solidFill>
                <a:sym typeface="Wingdings" pitchFamily="2" charset="2"/>
              </a:rPr>
              <a:t>ConnectionTime+QueryExecTime</a:t>
            </a:r>
            <a:endParaRPr lang="it-IT" i="1" dirty="0">
              <a:solidFill>
                <a:schemeClr val="accent2"/>
              </a:solidFill>
            </a:endParaRPr>
          </a:p>
          <a:p>
            <a:endParaRPr lang="it-IT" i="1" dirty="0">
              <a:sym typeface="Wingdings" pitchFamily="2" charset="2"/>
            </a:endParaRPr>
          </a:p>
          <a:p>
            <a:pPr marL="0" indent="0">
              <a:buNone/>
            </a:pPr>
            <a:endParaRPr lang="it-IT" i="1" dirty="0"/>
          </a:p>
        </p:txBody>
      </p:sp>
    </p:spTree>
    <p:extLst>
      <p:ext uri="{BB962C8B-B14F-4D97-AF65-F5344CB8AC3E}">
        <p14:creationId xmlns:p14="http://schemas.microsoft.com/office/powerpoint/2010/main" val="2327326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3E9160-E7AC-C723-9AF0-A7E32EF41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Lambda vs Cloud </a:t>
            </a:r>
            <a:r>
              <a:rPr lang="it-IT" dirty="0" err="1"/>
              <a:t>Run</a:t>
            </a:r>
            <a:r>
              <a:rPr lang="it-IT" dirty="0"/>
              <a:t> 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9586E6-1E97-5ED7-37B9-C8B3BBFA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it-IT" dirty="0"/>
              <a:t>Fibonacci(</a:t>
            </a:r>
            <a:r>
              <a:rPr lang="it-IT" dirty="0" err="1"/>
              <a:t>n</a:t>
            </a:r>
            <a:r>
              <a:rPr lang="it-IT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 err="1"/>
              <a:t>Faas</a:t>
            </a:r>
            <a:r>
              <a:rPr lang="it-IT" dirty="0"/>
              <a:t> + DB 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Analisi costi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Confronto Tool Testing </a:t>
            </a:r>
          </a:p>
          <a:p>
            <a:pPr marL="514350" indent="-514350">
              <a:buFont typeface="+mj-lt"/>
              <a:buAutoNum type="arabicPeriod"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613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A35922-828E-2D3E-0C2C-D3867F036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8410"/>
          </a:xfrm>
        </p:spPr>
        <p:txBody>
          <a:bodyPr/>
          <a:lstStyle/>
          <a:p>
            <a:pPr algn="ctr"/>
            <a:r>
              <a:rPr lang="it-IT" dirty="0"/>
              <a:t>1.Fibonacci(</a:t>
            </a:r>
            <a:r>
              <a:rPr lang="it-IT" dirty="0" err="1"/>
              <a:t>n</a:t>
            </a:r>
            <a:r>
              <a:rPr lang="it-IT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64366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733494-5367-0B26-B82E-73DE0145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Semplice test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BA0306E-1E2A-8848-A360-5EC9326D22A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Fibonacci(20)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10 </a:t>
            </a:r>
            <a:r>
              <a:rPr lang="it-IT" dirty="0" err="1"/>
              <a:t>VUs</a:t>
            </a:r>
            <a:r>
              <a:rPr lang="it-IT" dirty="0"/>
              <a:t>  </a:t>
            </a:r>
            <a:r>
              <a:rPr lang="it-IT" dirty="0">
                <a:sym typeface="Wingdings" pitchFamily="2" charset="2"/>
              </a:rPr>
              <a:t> 30s</a:t>
            </a:r>
          </a:p>
          <a:p>
            <a:pPr marL="0" indent="0">
              <a:buNone/>
            </a:pPr>
            <a:r>
              <a:rPr lang="it-IT" dirty="0">
                <a:sym typeface="Wingdings" pitchFamily="2" charset="2"/>
              </a:rPr>
              <a:t>10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  1m</a:t>
            </a:r>
          </a:p>
          <a:p>
            <a:pPr marL="0" indent="0">
              <a:buNone/>
            </a:pPr>
            <a:r>
              <a:rPr lang="it-IT" dirty="0">
                <a:sym typeface="Wingdings" pitchFamily="2" charset="2"/>
              </a:rPr>
              <a:t>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  10s </a:t>
            </a:r>
            <a:r>
              <a:rPr lang="it-IT" dirty="0"/>
              <a:t>  </a:t>
            </a:r>
          </a:p>
        </p:txBody>
      </p:sp>
      <p:pic>
        <p:nvPicPr>
          <p:cNvPr id="5" name="Segnaposto contenuto 8" descr="Immagine che contiene testo, schermata, Carattere, design&#10;&#10;Il contenuto generato dall'IA potrebbe non essere corretto.">
            <a:extLst>
              <a:ext uri="{FF2B5EF4-FFF2-40B4-BE49-F238E27FC236}">
                <a16:creationId xmlns:a16="http://schemas.microsoft.com/office/drawing/2014/main" id="{7C1F2A54-98B8-D627-A667-536BC73A575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r="2" b="1653"/>
          <a:stretch>
            <a:fillRect/>
          </a:stretch>
        </p:blipFill>
        <p:spPr>
          <a:xfrm>
            <a:off x="-750179" y="1734344"/>
            <a:ext cx="7376021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897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DD67B2B-BB4D-2573-441B-98C3DB321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58A46C-4B70-2719-418D-FC5782577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Semplice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5FAE6BA-B7AA-F347-2F6F-736A359E81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pPr marL="0" indent="0">
              <a:buNone/>
            </a:pPr>
            <a:r>
              <a:rPr lang="it-IT" dirty="0" err="1"/>
              <a:t>http_req_duration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Avg</a:t>
            </a:r>
            <a:r>
              <a:rPr lang="it-IT" dirty="0"/>
              <a:t>= 41.94ms</a:t>
            </a:r>
          </a:p>
          <a:p>
            <a:pPr marL="0" indent="0">
              <a:buNone/>
            </a:pPr>
            <a:r>
              <a:rPr lang="it-IT" dirty="0" err="1"/>
              <a:t>P</a:t>
            </a:r>
            <a:r>
              <a:rPr lang="it-IT" dirty="0"/>
              <a:t>(95)= 51.77ms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67A95FD-AF77-FD05-1F7D-67E07C145ED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</a:t>
            </a:r>
          </a:p>
          <a:p>
            <a:pPr marL="0" indent="0">
              <a:buNone/>
            </a:pPr>
            <a:r>
              <a:rPr lang="it-IT" dirty="0" err="1"/>
              <a:t>http_req_duration</a:t>
            </a:r>
            <a:endParaRPr lang="it-IT" dirty="0"/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Avg</a:t>
            </a:r>
            <a:r>
              <a:rPr lang="it-IT" dirty="0"/>
              <a:t>=50.91ms</a:t>
            </a:r>
          </a:p>
          <a:p>
            <a:pPr marL="0" indent="0">
              <a:buNone/>
            </a:pPr>
            <a:r>
              <a:rPr lang="it-IT" dirty="0" err="1"/>
              <a:t>P</a:t>
            </a:r>
            <a:r>
              <a:rPr lang="it-IT" dirty="0"/>
              <a:t>(95)=150.12ms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369383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DEB605-FA62-4910-4199-A6B45455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Cold</a:t>
            </a:r>
            <a:r>
              <a:rPr lang="it-IT" dirty="0"/>
              <a:t>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D07A48D-E363-BB5A-169E-E9FDABE9D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>
                <a:solidFill>
                  <a:schemeClr val="accent2"/>
                </a:solidFill>
              </a:rPr>
              <a:t>Cold</a:t>
            </a:r>
            <a:r>
              <a:rPr lang="it-IT" dirty="0">
                <a:solidFill>
                  <a:schemeClr val="accent2"/>
                </a:solidFill>
              </a:rPr>
              <a:t> Start </a:t>
            </a:r>
            <a:r>
              <a:rPr lang="it-IT" dirty="0">
                <a:sym typeface="Wingdings" pitchFamily="2" charset="2"/>
              </a:rPr>
              <a:t> Istanza terminata , bisogna avviare ambiente, caricare immagine , inizializzare il </a:t>
            </a:r>
            <a:r>
              <a:rPr lang="it-IT" dirty="0" err="1">
                <a:sym typeface="Wingdings" pitchFamily="2" charset="2"/>
              </a:rPr>
              <a:t>runtime</a:t>
            </a:r>
            <a:r>
              <a:rPr lang="it-IT" dirty="0">
                <a:sym typeface="Wingdings" pitchFamily="2" charset="2"/>
              </a:rPr>
              <a:t> </a:t>
            </a:r>
          </a:p>
          <a:p>
            <a:endParaRPr lang="it-IT" dirty="0"/>
          </a:p>
          <a:p>
            <a:r>
              <a:rPr lang="it-IT" dirty="0">
                <a:solidFill>
                  <a:schemeClr val="accent2"/>
                </a:solidFill>
              </a:rPr>
              <a:t>Warm Start </a:t>
            </a:r>
            <a:r>
              <a:rPr lang="it-IT" dirty="0">
                <a:sym typeface="Wingdings" pitchFamily="2" charset="2"/>
              </a:rPr>
              <a:t> Istanza già attiva</a:t>
            </a:r>
          </a:p>
          <a:p>
            <a:endParaRPr lang="it-IT" dirty="0">
              <a:sym typeface="Wingdings" pitchFamily="2" charset="2"/>
            </a:endParaRPr>
          </a:p>
          <a:p>
            <a:r>
              <a:rPr lang="it-IT" dirty="0">
                <a:solidFill>
                  <a:schemeClr val="accent2"/>
                </a:solidFill>
              </a:rPr>
              <a:t>Soft Start </a:t>
            </a:r>
            <a:r>
              <a:rPr lang="it-IT" dirty="0">
                <a:sym typeface="Wingdings" pitchFamily="2" charset="2"/>
              </a:rPr>
              <a:t> Istanza attiva, ma processo terminato per risparmiare </a:t>
            </a:r>
            <a:r>
              <a:rPr lang="it-IT" dirty="0" err="1">
                <a:sym typeface="Wingdings" pitchFamily="2" charset="2"/>
              </a:rPr>
              <a:t>cpu</a:t>
            </a:r>
            <a:r>
              <a:rPr lang="it-IT" dirty="0">
                <a:sym typeface="Wingdings" pitchFamily="2" charset="2"/>
              </a:rPr>
              <a:t> , il Cloud Provider de </a:t>
            </a:r>
            <a:r>
              <a:rPr lang="it-IT" dirty="0" err="1">
                <a:sym typeface="Wingdings" pitchFamily="2" charset="2"/>
              </a:rPr>
              <a:t>ri</a:t>
            </a:r>
            <a:r>
              <a:rPr lang="it-IT" dirty="0">
                <a:sym typeface="Wingdings" pitchFamily="2" charset="2"/>
              </a:rPr>
              <a:t>-attivare il processo applicativo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40800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8E0332-0E42-2007-0884-A9DFADBE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A61C988-D888-FAB5-73F7-E208049961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41592"/>
          </a:xfrm>
        </p:spPr>
        <p:txBody>
          <a:bodyPr>
            <a:normAutofit/>
          </a:bodyPr>
          <a:lstStyle/>
          <a:p>
            <a:r>
              <a:rPr lang="it-IT" dirty="0" err="1"/>
              <a:t>Cold</a:t>
            </a:r>
            <a:r>
              <a:rPr lang="it-IT" dirty="0"/>
              <a:t>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Fibonacci(5), 1VUs per 30 iterazioni, funzione appena creata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E6F718-6289-56B0-CD95-ED56895387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58965"/>
            <a:ext cx="5181600" cy="3417998"/>
          </a:xfrm>
        </p:spPr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pPr marL="0" indent="0">
              <a:buNone/>
            </a:pPr>
            <a:r>
              <a:rPr lang="it-IT" dirty="0" err="1"/>
              <a:t>http_req_avg</a:t>
            </a:r>
            <a:r>
              <a:rPr lang="it-IT" dirty="0"/>
              <a:t> =  170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r>
              <a:rPr lang="it-IT" dirty="0" err="1"/>
              <a:t>http_req_max</a:t>
            </a:r>
            <a:r>
              <a:rPr lang="it-IT" dirty="0"/>
              <a:t> = 597 </a:t>
            </a:r>
            <a:r>
              <a:rPr lang="it-IT" dirty="0" err="1"/>
              <a:t>ms</a:t>
            </a:r>
            <a:r>
              <a:rPr lang="it-IT" dirty="0"/>
              <a:t> 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00C66A1-28E3-6079-E4AA-260B61B5E2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58965"/>
            <a:ext cx="5181600" cy="3417997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</a:t>
            </a:r>
          </a:p>
          <a:p>
            <a:pPr marL="0" indent="0">
              <a:buNone/>
            </a:pPr>
            <a:r>
              <a:rPr lang="it-IT" dirty="0" err="1"/>
              <a:t>hhtp_req_avg</a:t>
            </a:r>
            <a:r>
              <a:rPr lang="it-IT" dirty="0"/>
              <a:t>= 58 </a:t>
            </a:r>
            <a:r>
              <a:rPr lang="it-IT" dirty="0" err="1"/>
              <a:t>ms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 err="1"/>
              <a:t>hhtp_req_max</a:t>
            </a:r>
            <a:r>
              <a:rPr lang="it-IT" dirty="0"/>
              <a:t>= 72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330732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386C2-E751-C86E-B9CF-5E0D9D058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2C44E6-05B5-B531-B7DC-32CB85818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41592"/>
          </a:xfrm>
        </p:spPr>
        <p:txBody>
          <a:bodyPr>
            <a:normAutofit/>
          </a:bodyPr>
          <a:lstStyle/>
          <a:p>
            <a:r>
              <a:rPr lang="it-IT" dirty="0" err="1"/>
              <a:t>Cold</a:t>
            </a:r>
            <a:r>
              <a:rPr lang="it-IT" dirty="0"/>
              <a:t>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Fibonacci(5), 1VUs per 30 iterazioni, 5 ore dopo il test precedente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A935AD-2A02-B496-326B-2CBDAA2068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58965"/>
            <a:ext cx="5181600" cy="3417998"/>
          </a:xfrm>
        </p:spPr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pPr marL="0" indent="0">
              <a:buNone/>
            </a:pPr>
            <a:r>
              <a:rPr lang="it-IT" dirty="0" err="1"/>
              <a:t>http_req_avg</a:t>
            </a:r>
            <a:r>
              <a:rPr lang="it-IT" dirty="0"/>
              <a:t> = 122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r>
              <a:rPr lang="it-IT" dirty="0" err="1"/>
              <a:t>http_req_max</a:t>
            </a:r>
            <a:r>
              <a:rPr lang="it-IT" dirty="0"/>
              <a:t> = 822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BF025B0-CCC6-EAA6-6C05-0E9B5C54C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58965"/>
            <a:ext cx="5181600" cy="3417997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</a:t>
            </a:r>
          </a:p>
          <a:p>
            <a:pPr marL="0" indent="0">
              <a:buNone/>
            </a:pPr>
            <a:r>
              <a:rPr lang="it-IT" dirty="0" err="1"/>
              <a:t>http_req_avg</a:t>
            </a:r>
            <a:r>
              <a:rPr lang="it-IT" dirty="0"/>
              <a:t>= 70 </a:t>
            </a:r>
            <a:r>
              <a:rPr lang="it-IT" dirty="0" err="1"/>
              <a:t>ms</a:t>
            </a:r>
            <a:r>
              <a:rPr lang="it-IT" dirty="0"/>
              <a:t> </a:t>
            </a:r>
          </a:p>
          <a:p>
            <a:pPr marL="0" indent="0">
              <a:buNone/>
            </a:pPr>
            <a:r>
              <a:rPr lang="it-IT" dirty="0" err="1"/>
              <a:t>http_req_max</a:t>
            </a:r>
            <a:r>
              <a:rPr lang="it-IT" dirty="0"/>
              <a:t>= 831 </a:t>
            </a:r>
            <a:r>
              <a:rPr lang="it-IT" dirty="0" err="1"/>
              <a:t>ms</a:t>
            </a:r>
            <a:endParaRPr lang="it-IT" dirty="0"/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444961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9C2986-9DC8-7656-F701-6ED995B5A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IDLE TIME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3C2D1B81-7619-AE85-5606-5232A610D5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487543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CasellaDiTesto 5">
            <a:extLst>
              <a:ext uri="{FF2B5EF4-FFF2-40B4-BE49-F238E27FC236}">
                <a16:creationId xmlns:a16="http://schemas.microsoft.com/office/drawing/2014/main" id="{1F961C9C-A278-0214-EA2A-7624EA562F5D}"/>
              </a:ext>
            </a:extLst>
          </p:cNvPr>
          <p:cNvSpPr txBox="1"/>
          <p:nvPr/>
        </p:nvSpPr>
        <p:spPr>
          <a:xfrm>
            <a:off x="137160" y="3275111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>
                <a:solidFill>
                  <a:schemeClr val="bg1">
                    <a:lumMod val="50000"/>
                  </a:schemeClr>
                </a:solidFill>
              </a:rPr>
              <a:t>ms</a:t>
            </a:r>
            <a:endParaRPr lang="it-IT" sz="1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800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FEA08F-21ED-A8B6-AB5E-44636D621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IDLE TIME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C1D96D3-A425-8631-81BE-BA187317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Google ha dichiarato che il tempo massimo prima della de-allocazione è 15 minuti e si abbassa a 10 per istanze che sfruttano GPU (“About </a:t>
            </a:r>
            <a:r>
              <a:rPr lang="it-IT" dirty="0" err="1"/>
              <a:t>instance</a:t>
            </a:r>
            <a:r>
              <a:rPr lang="it-IT" dirty="0"/>
              <a:t> </a:t>
            </a:r>
            <a:r>
              <a:rPr lang="it-IT" dirty="0" err="1"/>
              <a:t>autoscaling</a:t>
            </a:r>
            <a:r>
              <a:rPr lang="it-IT" dirty="0"/>
              <a:t> in Cloud </a:t>
            </a:r>
            <a:r>
              <a:rPr lang="it-IT" dirty="0" err="1"/>
              <a:t>Run</a:t>
            </a:r>
            <a:r>
              <a:rPr lang="it-IT" dirty="0"/>
              <a:t> Services“).</a:t>
            </a:r>
          </a:p>
          <a:p>
            <a:r>
              <a:rPr lang="it-IT" dirty="0" err="1"/>
              <a:t>Aws</a:t>
            </a:r>
            <a:r>
              <a:rPr lang="it-IT" dirty="0"/>
              <a:t> non lo ha mai esplicitato ma community di sviluppatori concordano su un valore tra 5 e 15 minuti.</a:t>
            </a:r>
          </a:p>
          <a:p>
            <a:r>
              <a:rPr lang="it-IT" dirty="0"/>
              <a:t>In realtà si può arrivare anche a 45/60 minuti, in relazione a : </a:t>
            </a:r>
            <a:r>
              <a:rPr lang="it-IT" dirty="0">
                <a:solidFill>
                  <a:schemeClr val="accent2"/>
                </a:solidFill>
              </a:rPr>
              <a:t>memoria allocata</a:t>
            </a:r>
            <a:r>
              <a:rPr lang="it-IT" dirty="0"/>
              <a:t>, </a:t>
            </a:r>
            <a:r>
              <a:rPr lang="it-IT" dirty="0" err="1">
                <a:solidFill>
                  <a:schemeClr val="accent2"/>
                </a:solidFill>
              </a:rPr>
              <a:t>cpu</a:t>
            </a:r>
            <a:r>
              <a:rPr lang="it-IT" dirty="0">
                <a:solidFill>
                  <a:schemeClr val="accent2"/>
                </a:solidFill>
              </a:rPr>
              <a:t> della funzione allocata </a:t>
            </a:r>
            <a:r>
              <a:rPr lang="it-IT" dirty="0"/>
              <a:t>,</a:t>
            </a:r>
            <a:r>
              <a:rPr lang="it-IT" dirty="0">
                <a:solidFill>
                  <a:schemeClr val="accent2"/>
                </a:solidFill>
              </a:rPr>
              <a:t>carico datacenter</a:t>
            </a:r>
            <a:r>
              <a:rPr lang="it-IT" dirty="0"/>
              <a:t>,</a:t>
            </a:r>
            <a:r>
              <a:rPr lang="it-IT" dirty="0">
                <a:solidFill>
                  <a:schemeClr val="accent2"/>
                </a:solidFill>
              </a:rPr>
              <a:t> carico zona</a:t>
            </a:r>
            <a:r>
              <a:rPr lang="it-IT" dirty="0"/>
              <a:t>.</a:t>
            </a:r>
          </a:p>
          <a:p>
            <a:r>
              <a:rPr lang="it-IT" dirty="0"/>
              <a:t>Con la funzione a pagamento </a:t>
            </a:r>
            <a:r>
              <a:rPr lang="it-IT" i="1" dirty="0" err="1"/>
              <a:t>Provisioned</a:t>
            </a:r>
            <a:r>
              <a:rPr lang="it-IT" i="1" dirty="0"/>
              <a:t> </a:t>
            </a:r>
            <a:r>
              <a:rPr lang="it-IT" i="1" dirty="0" err="1"/>
              <a:t>Concurrency</a:t>
            </a:r>
            <a:r>
              <a:rPr lang="it-IT" i="1" dirty="0"/>
              <a:t> </a:t>
            </a:r>
            <a:r>
              <a:rPr lang="it-IT" dirty="0"/>
              <a:t>in </a:t>
            </a:r>
            <a:r>
              <a:rPr lang="it-IT" dirty="0" err="1"/>
              <a:t>Aws</a:t>
            </a:r>
            <a:r>
              <a:rPr lang="it-IT" dirty="0"/>
              <a:t> si può evitare la de-allocazione.</a:t>
            </a:r>
          </a:p>
          <a:p>
            <a:r>
              <a:rPr lang="it-IT" dirty="0"/>
              <a:t>In Google si potrebbe fare lo stesso settando il numero di istanze minime a 1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236818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A47E5D-8D42-FE8D-0D20-471345626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dirty="0"/>
              <a:t>STRESS TEST </a:t>
            </a:r>
          </a:p>
        </p:txBody>
      </p:sp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B9572D5D-952A-B615-5CB0-BB85C900D5B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66777147"/>
              </p:ext>
            </p:extLst>
          </p:nvPr>
        </p:nvGraphicFramePr>
        <p:xfrm>
          <a:off x="838199" y="1690689"/>
          <a:ext cx="5257801" cy="448627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7A632FF1-D320-6949-C604-134479B1C4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93466" y="2370667"/>
            <a:ext cx="4360333" cy="3806296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In K6 non utilizziamo più l’</a:t>
            </a:r>
            <a:r>
              <a:rPr lang="it-IT" dirty="0" err="1"/>
              <a:t>executor</a:t>
            </a:r>
            <a:r>
              <a:rPr lang="it-IT" dirty="0"/>
              <a:t> ‘stages’ , ma ‘</a:t>
            </a:r>
            <a:r>
              <a:rPr lang="it-IT" dirty="0" err="1"/>
              <a:t>constant</a:t>
            </a:r>
            <a:r>
              <a:rPr lang="it-IT" dirty="0"/>
              <a:t>-</a:t>
            </a:r>
            <a:r>
              <a:rPr lang="it-IT" dirty="0" err="1"/>
              <a:t>arrival</a:t>
            </a:r>
            <a:r>
              <a:rPr lang="it-IT" dirty="0"/>
              <a:t>-rate’ che ci permette di impostare un numero di richieste da lanciare per unità di tempo.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A5B5279-CB2C-801E-B120-2FD656060263}"/>
              </a:ext>
            </a:extLst>
          </p:cNvPr>
          <p:cNvSpPr txBox="1"/>
          <p:nvPr/>
        </p:nvSpPr>
        <p:spPr>
          <a:xfrm>
            <a:off x="2658533" y="2235200"/>
            <a:ext cx="1642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</a:t>
            </a:r>
          </a:p>
          <a:p>
            <a:r>
              <a:rPr lang="it-IT" dirty="0"/>
              <a:t>controlliamo ?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DB5DA632-E490-7A4F-C7B1-A94B97782A58}"/>
              </a:ext>
            </a:extLst>
          </p:cNvPr>
          <p:cNvSpPr txBox="1"/>
          <p:nvPr/>
        </p:nvSpPr>
        <p:spPr>
          <a:xfrm>
            <a:off x="4656667" y="2235200"/>
            <a:ext cx="1439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Cosa </a:t>
            </a:r>
          </a:p>
          <a:p>
            <a:r>
              <a:rPr lang="it-IT" dirty="0"/>
              <a:t>valutiamo ?</a:t>
            </a:r>
          </a:p>
        </p:txBody>
      </p:sp>
    </p:spTree>
    <p:extLst>
      <p:ext uri="{BB962C8B-B14F-4D97-AF65-F5344CB8AC3E}">
        <p14:creationId xmlns:p14="http://schemas.microsoft.com/office/powerpoint/2010/main" val="3273632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9A0F1-597A-AF24-4BAA-402AD9F99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C6E8BE-86BA-93F6-C4C2-10627FADE2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29230"/>
          </a:xfrm>
        </p:spPr>
        <p:txBody>
          <a:bodyPr>
            <a:normAutofit fontScale="90000"/>
          </a:bodyPr>
          <a:lstStyle/>
          <a:p>
            <a:r>
              <a:rPr lang="it-IT" dirty="0"/>
              <a:t>Stress test 1°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Fibonacci(15), 5,50,500 richieste/</a:t>
            </a:r>
            <a:r>
              <a:rPr lang="it-IT" sz="2800" dirty="0" err="1">
                <a:latin typeface="+mn-lt"/>
              </a:rPr>
              <a:t>s</a:t>
            </a:r>
            <a:r>
              <a:rPr lang="it-IT" sz="2800" dirty="0">
                <a:latin typeface="+mn-lt"/>
              </a:rPr>
              <a:t> </a:t>
            </a:r>
            <a:endParaRPr lang="it-IT" dirty="0"/>
          </a:p>
        </p:txBody>
      </p:sp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244DB27F-61A6-D6B1-15A4-10326D09A6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9541825"/>
              </p:ext>
            </p:extLst>
          </p:nvPr>
        </p:nvGraphicFramePr>
        <p:xfrm>
          <a:off x="677334" y="2387601"/>
          <a:ext cx="4792133" cy="3924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Grafico 7">
            <a:extLst>
              <a:ext uri="{FF2B5EF4-FFF2-40B4-BE49-F238E27FC236}">
                <a16:creationId xmlns:a16="http://schemas.microsoft.com/office/drawing/2014/main" id="{9C8D6940-435A-9FD1-BDBF-176314C4C7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2370697"/>
              </p:ext>
            </p:extLst>
          </p:nvPr>
        </p:nvGraphicFramePr>
        <p:xfrm>
          <a:off x="6604000" y="2540000"/>
          <a:ext cx="4910666" cy="377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E3C70108-FF9B-32C3-AE3E-ED1C245AD51F}"/>
              </a:ext>
            </a:extLst>
          </p:cNvPr>
          <p:cNvSpPr txBox="1"/>
          <p:nvPr/>
        </p:nvSpPr>
        <p:spPr>
          <a:xfrm>
            <a:off x="6096000" y="4182533"/>
            <a:ext cx="50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it-IT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3530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E971D-7DE9-C0D7-0A9E-A667953F9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3FDD410-8702-73B5-8B2D-ED46E1A98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29230"/>
          </a:xfrm>
        </p:spPr>
        <p:txBody>
          <a:bodyPr>
            <a:normAutofit fontScale="90000"/>
          </a:bodyPr>
          <a:lstStyle/>
          <a:p>
            <a:r>
              <a:rPr lang="it-IT" dirty="0"/>
              <a:t>Stress test 2°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Fibonacci(15), 5,50,500 richieste/</a:t>
            </a:r>
            <a:r>
              <a:rPr lang="it-IT" sz="2800" dirty="0" err="1">
                <a:latin typeface="+mn-lt"/>
              </a:rPr>
              <a:t>s</a:t>
            </a:r>
            <a:r>
              <a:rPr lang="it-IT" sz="2800" dirty="0">
                <a:latin typeface="+mn-lt"/>
              </a:rPr>
              <a:t> </a:t>
            </a:r>
            <a:endParaRPr lang="it-IT" dirty="0"/>
          </a:p>
        </p:txBody>
      </p:sp>
      <p:graphicFrame>
        <p:nvGraphicFramePr>
          <p:cNvPr id="6" name="Grafico 5">
            <a:extLst>
              <a:ext uri="{FF2B5EF4-FFF2-40B4-BE49-F238E27FC236}">
                <a16:creationId xmlns:a16="http://schemas.microsoft.com/office/drawing/2014/main" id="{588A61AB-08BE-4306-9784-67378A4A75F3}"/>
              </a:ext>
            </a:extLst>
          </p:cNvPr>
          <p:cNvGraphicFramePr/>
          <p:nvPr/>
        </p:nvGraphicFramePr>
        <p:xfrm>
          <a:off x="677334" y="2387601"/>
          <a:ext cx="4792133" cy="39248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Grafico 7">
            <a:extLst>
              <a:ext uri="{FF2B5EF4-FFF2-40B4-BE49-F238E27FC236}">
                <a16:creationId xmlns:a16="http://schemas.microsoft.com/office/drawing/2014/main" id="{C5107A1F-3181-0843-F553-AFC23FBBE917}"/>
              </a:ext>
            </a:extLst>
          </p:cNvPr>
          <p:cNvGraphicFramePr/>
          <p:nvPr/>
        </p:nvGraphicFramePr>
        <p:xfrm>
          <a:off x="6604000" y="2540000"/>
          <a:ext cx="4910666" cy="37724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28E27403-66AD-1132-DA12-5C9344EFD7AE}"/>
                  </a:ext>
                </a:extLst>
              </p14:cNvPr>
              <p14:cNvContentPartPr/>
              <p14:nvPr/>
            </p14:nvContentPartPr>
            <p14:xfrm>
              <a:off x="10662813" y="2222080"/>
              <a:ext cx="505800" cy="1401840"/>
            </p14:xfrm>
          </p:contentPart>
        </mc:Choice>
        <mc:Fallback xmlns=""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28E27403-66AD-1132-DA12-5C9344EFD7A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656693" y="2215960"/>
                <a:ext cx="518040" cy="14140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BA1752E6-1F77-6915-7878-E87E283FB516}"/>
              </a:ext>
            </a:extLst>
          </p:cNvPr>
          <p:cNvSpPr txBox="1"/>
          <p:nvPr/>
        </p:nvSpPr>
        <p:spPr>
          <a:xfrm>
            <a:off x="7168259" y="1093624"/>
            <a:ext cx="3708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475 </a:t>
            </a:r>
            <a:r>
              <a:rPr lang="it-IT" dirty="0" err="1"/>
              <a:t>rich</a:t>
            </a:r>
            <a:r>
              <a:rPr lang="it-IT" dirty="0"/>
              <a:t>/</a:t>
            </a:r>
            <a:r>
              <a:rPr lang="it-IT" dirty="0" err="1"/>
              <a:t>s</a:t>
            </a:r>
            <a:r>
              <a:rPr lang="it-IT" dirty="0"/>
              <a:t> e 465 </a:t>
            </a:r>
            <a:r>
              <a:rPr lang="it-IT" dirty="0" err="1"/>
              <a:t>rich</a:t>
            </a:r>
            <a:r>
              <a:rPr lang="it-IT" dirty="0"/>
              <a:t>/</a:t>
            </a:r>
            <a:r>
              <a:rPr lang="it-IT" dirty="0" err="1"/>
              <a:t>s</a:t>
            </a:r>
            <a:r>
              <a:rPr lang="it-IT" dirty="0"/>
              <a:t> </a:t>
            </a:r>
            <a:r>
              <a:rPr lang="it-IT" dirty="0">
                <a:sym typeface="Wingdings" pitchFamily="2" charset="2"/>
              </a:rPr>
              <a:t> saturazione</a:t>
            </a:r>
            <a:endParaRPr lang="it-IT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Input penna 22">
                <a:extLst>
                  <a:ext uri="{FF2B5EF4-FFF2-40B4-BE49-F238E27FC236}">
                    <a16:creationId xmlns:a16="http://schemas.microsoft.com/office/drawing/2014/main" id="{14C3CD3E-993F-5159-B5BF-B743A4109F1D}"/>
                  </a:ext>
                </a:extLst>
              </p14:cNvPr>
              <p14:cNvContentPartPr/>
              <p14:nvPr/>
            </p14:nvContentPartPr>
            <p14:xfrm>
              <a:off x="4602933" y="1749040"/>
              <a:ext cx="2119680" cy="1679760"/>
            </p14:xfrm>
          </p:contentPart>
        </mc:Choice>
        <mc:Fallback xmlns="">
          <p:pic>
            <p:nvPicPr>
              <p:cNvPr id="23" name="Input penna 22">
                <a:extLst>
                  <a:ext uri="{FF2B5EF4-FFF2-40B4-BE49-F238E27FC236}">
                    <a16:creationId xmlns:a16="http://schemas.microsoft.com/office/drawing/2014/main" id="{14C3CD3E-993F-5159-B5BF-B743A4109F1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596813" y="1742920"/>
                <a:ext cx="2131920" cy="169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put penna 24">
                <a:extLst>
                  <a:ext uri="{FF2B5EF4-FFF2-40B4-BE49-F238E27FC236}">
                    <a16:creationId xmlns:a16="http://schemas.microsoft.com/office/drawing/2014/main" id="{1C63E907-7C32-2C56-2F59-E28C13A4035E}"/>
                  </a:ext>
                </a:extLst>
              </p14:cNvPr>
              <p14:cNvContentPartPr/>
              <p14:nvPr/>
            </p14:nvContentPartPr>
            <p14:xfrm>
              <a:off x="6657453" y="1776400"/>
              <a:ext cx="67680" cy="169560"/>
            </p14:xfrm>
          </p:contentPart>
        </mc:Choice>
        <mc:Fallback xmlns="">
          <p:pic>
            <p:nvPicPr>
              <p:cNvPr id="25" name="Input penna 24">
                <a:extLst>
                  <a:ext uri="{FF2B5EF4-FFF2-40B4-BE49-F238E27FC236}">
                    <a16:creationId xmlns:a16="http://schemas.microsoft.com/office/drawing/2014/main" id="{1C63E907-7C32-2C56-2F59-E28C13A4035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651333" y="1770280"/>
                <a:ext cx="79920" cy="181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784595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A51CE6-0AAA-324E-6821-06E3D0DDA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Stress test 2° test </a:t>
            </a:r>
            <a:br>
              <a:rPr lang="it-IT" dirty="0"/>
            </a:br>
            <a:br>
              <a:rPr lang="it-IT" dirty="0"/>
            </a:br>
            <a:r>
              <a:rPr lang="it-IT" sz="3100" dirty="0">
                <a:latin typeface="+mn-lt"/>
              </a:rPr>
              <a:t>Fibonacci(30),5,20,40 </a:t>
            </a:r>
            <a:r>
              <a:rPr lang="it-IT" sz="3100" dirty="0" err="1">
                <a:latin typeface="+mn-lt"/>
              </a:rPr>
              <a:t>rich</a:t>
            </a:r>
            <a:r>
              <a:rPr lang="it-IT" sz="3100" dirty="0">
                <a:latin typeface="+mn-lt"/>
              </a:rPr>
              <a:t>/</a:t>
            </a:r>
            <a:r>
              <a:rPr lang="it-IT" sz="3100" dirty="0" err="1">
                <a:latin typeface="+mn-lt"/>
              </a:rPr>
              <a:t>s</a:t>
            </a:r>
            <a:endParaRPr lang="it-IT" sz="3100" dirty="0">
              <a:latin typeface="+mn-lt"/>
            </a:endParaRP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0EB00027-52BF-E774-0CF1-8DCF3AFED4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9043203"/>
              </p:ext>
            </p:extLst>
          </p:nvPr>
        </p:nvGraphicFramePr>
        <p:xfrm>
          <a:off x="838200" y="1825625"/>
          <a:ext cx="4309533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fico 4">
            <a:extLst>
              <a:ext uri="{FF2B5EF4-FFF2-40B4-BE49-F238E27FC236}">
                <a16:creationId xmlns:a16="http://schemas.microsoft.com/office/drawing/2014/main" id="{FD88E0A7-3C80-8022-8EF9-9426FA8CB6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01513968"/>
              </p:ext>
            </p:extLst>
          </p:nvPr>
        </p:nvGraphicFramePr>
        <p:xfrm>
          <a:off x="6434667" y="1825625"/>
          <a:ext cx="5232399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4926273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BB22B-E70E-DA6E-74CC-8DEB55FD1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B848DB-8B9D-0CC9-729E-CDC748AC6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141592"/>
          </a:xfrm>
        </p:spPr>
        <p:txBody>
          <a:bodyPr>
            <a:normAutofit/>
          </a:bodyPr>
          <a:lstStyle/>
          <a:p>
            <a:r>
              <a:rPr lang="it-IT" dirty="0"/>
              <a:t>Stress test 2°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possibili cause ?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B87413-CC4C-7BC0-7E23-96DAE574D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758965"/>
            <a:ext cx="5181600" cy="3417998"/>
          </a:xfrm>
        </p:spPr>
        <p:txBody>
          <a:bodyPr/>
          <a:lstStyle/>
          <a:p>
            <a:r>
              <a:rPr lang="it-IT" dirty="0">
                <a:solidFill>
                  <a:srgbClr val="0070C0"/>
                </a:solidFill>
              </a:rPr>
              <a:t>AWS</a:t>
            </a:r>
          </a:p>
          <a:p>
            <a:r>
              <a:rPr lang="it-IT" dirty="0" err="1"/>
              <a:t>Firecracker</a:t>
            </a:r>
            <a:endParaRPr lang="it-IT" dirty="0"/>
          </a:p>
          <a:p>
            <a:r>
              <a:rPr lang="it-IT" dirty="0"/>
              <a:t>Modello di calcolo combinato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DBF1B61-3792-80B0-F63E-8EE3C0C26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758965"/>
            <a:ext cx="5181600" cy="3417997"/>
          </a:xfrm>
        </p:spPr>
        <p:txBody>
          <a:bodyPr/>
          <a:lstStyle/>
          <a:p>
            <a:r>
              <a:rPr lang="it-IT" dirty="0">
                <a:solidFill>
                  <a:srgbClr val="FF0000"/>
                </a:solidFill>
              </a:rPr>
              <a:t>GOOGLE </a:t>
            </a:r>
          </a:p>
          <a:p>
            <a:r>
              <a:rPr lang="it-IT" dirty="0"/>
              <a:t>Docker Container</a:t>
            </a:r>
          </a:p>
          <a:p>
            <a:r>
              <a:rPr lang="it-IT" dirty="0"/>
              <a:t>Modello di calcolo separato</a:t>
            </a:r>
          </a:p>
        </p:txBody>
      </p:sp>
    </p:spTree>
    <p:extLst>
      <p:ext uri="{BB962C8B-B14F-4D97-AF65-F5344CB8AC3E}">
        <p14:creationId xmlns:p14="http://schemas.microsoft.com/office/powerpoint/2010/main" val="1368854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2484C-1477-BC10-A0AA-2AA6F2ABA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520433-7F8F-FC65-F791-5E789BBB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8410"/>
          </a:xfrm>
        </p:spPr>
        <p:txBody>
          <a:bodyPr/>
          <a:lstStyle/>
          <a:p>
            <a:pPr algn="ctr"/>
            <a:r>
              <a:rPr lang="it-IT" dirty="0"/>
              <a:t>2.Faas + </a:t>
            </a:r>
            <a:r>
              <a:rPr lang="it-IT" dirty="0" err="1"/>
              <a:t>Db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919985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14D4993-442B-A605-0B08-9B2758356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Faas</a:t>
            </a:r>
            <a:r>
              <a:rPr lang="it-IT" dirty="0"/>
              <a:t> + </a:t>
            </a:r>
            <a:r>
              <a:rPr lang="it-IT" dirty="0" err="1"/>
              <a:t>Db</a:t>
            </a:r>
            <a:endParaRPr lang="it-IT" dirty="0"/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77D9A8FE-CBA5-7C44-D06B-AD6832952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Creazione di un’istanza  “db.t3.micro“ [2vCPU,1GB Ram,20GB SSD] e una “</a:t>
            </a:r>
            <a:r>
              <a:rPr lang="it-IT" dirty="0" err="1"/>
              <a:t>db_cloud_sql</a:t>
            </a:r>
            <a:r>
              <a:rPr lang="it-IT" dirty="0"/>
              <a:t>“ [2vCPU,8GB Ram,10GB SSD]</a:t>
            </a:r>
          </a:p>
          <a:p>
            <a:r>
              <a:rPr lang="it-IT" dirty="0"/>
              <a:t>In </a:t>
            </a:r>
            <a:r>
              <a:rPr lang="it-IT" dirty="0" err="1"/>
              <a:t>Aws</a:t>
            </a:r>
            <a:r>
              <a:rPr lang="it-IT" dirty="0"/>
              <a:t> colleghiamo la funzione Lambda al </a:t>
            </a:r>
            <a:r>
              <a:rPr lang="it-IT" dirty="0" err="1"/>
              <a:t>db</a:t>
            </a:r>
            <a:r>
              <a:rPr lang="it-IT" dirty="0"/>
              <a:t> tramite l’endpoint. In Google Cloud utilizziamo il Cloud </a:t>
            </a:r>
            <a:r>
              <a:rPr lang="it-IT" dirty="0" err="1"/>
              <a:t>Sql</a:t>
            </a:r>
            <a:r>
              <a:rPr lang="it-IT" dirty="0"/>
              <a:t> Proxy </a:t>
            </a:r>
          </a:p>
          <a:p>
            <a:r>
              <a:rPr lang="it-IT" dirty="0"/>
              <a:t> Database ’’benchmark’’ dove nella tabella ‘’</a:t>
            </a:r>
            <a:r>
              <a:rPr lang="it-IT" dirty="0" err="1"/>
              <a:t>bench_data</a:t>
            </a:r>
            <a:r>
              <a:rPr lang="it-IT" dirty="0"/>
              <a:t>’’ abbiamo 3 colonne : id(INT),</a:t>
            </a:r>
            <a:r>
              <a:rPr lang="it-IT" dirty="0" err="1"/>
              <a:t>value_a</a:t>
            </a:r>
            <a:r>
              <a:rPr lang="it-IT" dirty="0"/>
              <a:t>(VARCHAR),</a:t>
            </a:r>
            <a:r>
              <a:rPr lang="it-IT" dirty="0" err="1"/>
              <a:t>value_b</a:t>
            </a:r>
            <a:r>
              <a:rPr lang="it-IT" dirty="0"/>
              <a:t>(INT) e lo popoliamo</a:t>
            </a:r>
          </a:p>
          <a:p>
            <a:pPr marL="0" indent="0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551321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F00AC1-30A4-7916-9DC5-CCE325F4F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Semplice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Query: ‘SELECT </a:t>
            </a:r>
            <a:r>
              <a:rPr lang="it-IT" sz="2800" dirty="0" err="1">
                <a:latin typeface="+mn-lt"/>
              </a:rPr>
              <a:t>value_a</a:t>
            </a:r>
            <a:r>
              <a:rPr lang="it-IT" sz="2800" dirty="0">
                <a:latin typeface="+mn-lt"/>
              </a:rPr>
              <a:t> </a:t>
            </a:r>
            <a:r>
              <a:rPr lang="it-IT" sz="2800" dirty="0" err="1">
                <a:latin typeface="+mn-lt"/>
              </a:rPr>
              <a:t>where</a:t>
            </a:r>
            <a:r>
              <a:rPr lang="it-IT" sz="2800" dirty="0">
                <a:latin typeface="+mn-lt"/>
              </a:rPr>
              <a:t> id=1’   --WARM–  [No Cloud </a:t>
            </a:r>
            <a:r>
              <a:rPr lang="it-IT" sz="2800" dirty="0" err="1">
                <a:latin typeface="+mn-lt"/>
              </a:rPr>
              <a:t>Sql</a:t>
            </a:r>
            <a:r>
              <a:rPr lang="it-IT" sz="2800" dirty="0">
                <a:latin typeface="+mn-lt"/>
              </a:rPr>
              <a:t> Proxy]</a:t>
            </a:r>
            <a:endParaRPr lang="it-IT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405C8C4E-A4D0-D33F-D762-EFD4710C0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518315"/>
              </p:ext>
            </p:extLst>
          </p:nvPr>
        </p:nvGraphicFramePr>
        <p:xfrm>
          <a:off x="838200" y="2116667"/>
          <a:ext cx="10515597" cy="3539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2531428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873744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05784203"/>
                    </a:ext>
                  </a:extLst>
                </a:gridCol>
              </a:tblGrid>
              <a:tr h="505581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634104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/>
                        <a:t>Connessione interna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9.7ms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140844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/>
                        <a:t>Esecuzione Query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1.9ms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1.8ms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078604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/>
                        <a:t>Latenza totale interna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11.5ms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10.5ms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4078784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 err="1"/>
                        <a:t>http_req_AVG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69.3ms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61.11ms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385719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 err="1"/>
                        <a:t>http_req_MAX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189ms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197ms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495064"/>
                  </a:ext>
                </a:extLst>
              </a:tr>
              <a:tr h="505581">
                <a:tc>
                  <a:txBody>
                    <a:bodyPr/>
                    <a:lstStyle/>
                    <a:p>
                      <a:r>
                        <a:rPr lang="it-IT" dirty="0" err="1"/>
                        <a:t>http_req_P</a:t>
                      </a:r>
                      <a:r>
                        <a:rPr lang="it-IT" dirty="0"/>
                        <a:t>(95)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83.5ms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37253"/>
                  </a:ext>
                </a:extLst>
              </a:tr>
            </a:tbl>
          </a:graphicData>
        </a:graphic>
      </p:graphicFrame>
      <p:sp>
        <p:nvSpPr>
          <p:cNvPr id="5" name="CasellaDiTesto 4">
            <a:extLst>
              <a:ext uri="{FF2B5EF4-FFF2-40B4-BE49-F238E27FC236}">
                <a16:creationId xmlns:a16="http://schemas.microsoft.com/office/drawing/2014/main" id="{48756481-B0C1-DF86-5FBF-FA07EF9BB897}"/>
              </a:ext>
            </a:extLst>
          </p:cNvPr>
          <p:cNvSpPr txBox="1"/>
          <p:nvPr/>
        </p:nvSpPr>
        <p:spPr>
          <a:xfrm>
            <a:off x="838200" y="5977467"/>
            <a:ext cx="10515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10s </a:t>
            </a:r>
            <a:r>
              <a:rPr lang="it-IT" dirty="0">
                <a:sym typeface="Wingdings" pitchFamily="2" charset="2"/>
              </a:rPr>
              <a:t> 5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 	30s 15VUs 	5s  0VUs 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77364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76A94-6DD9-5E27-870A-32B1C90CA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C956E5-B94D-29CA-DA7A-35B16A886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Query più pesante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Query: ‘SELECT * + UPDATE * </a:t>
            </a:r>
            <a:r>
              <a:rPr lang="it-IT" sz="2800" dirty="0" err="1">
                <a:latin typeface="+mn-lt"/>
              </a:rPr>
              <a:t>value_b</a:t>
            </a:r>
            <a:r>
              <a:rPr lang="it-IT" sz="2800" dirty="0">
                <a:latin typeface="+mn-lt"/>
              </a:rPr>
              <a:t> = id*20’ </a:t>
            </a:r>
            <a:endParaRPr lang="it-IT" dirty="0"/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87113F00-333D-C29F-7841-9E1C85685A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4855261"/>
              </p:ext>
            </p:extLst>
          </p:nvPr>
        </p:nvGraphicFramePr>
        <p:xfrm>
          <a:off x="838200" y="1913467"/>
          <a:ext cx="10515597" cy="3081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4253142819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87374458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405784203"/>
                    </a:ext>
                  </a:extLst>
                </a:gridCol>
              </a:tblGrid>
              <a:tr h="513644">
                <a:tc>
                  <a:txBody>
                    <a:bodyPr/>
                    <a:lstStyle/>
                    <a:p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634104"/>
                  </a:ext>
                </a:extLst>
              </a:tr>
              <a:tr h="513644">
                <a:tc>
                  <a:txBody>
                    <a:bodyPr/>
                    <a:lstStyle/>
                    <a:p>
                      <a:r>
                        <a:rPr lang="it-IT" dirty="0"/>
                        <a:t>Connessione interna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9140844"/>
                  </a:ext>
                </a:extLst>
              </a:tr>
              <a:tr h="513644">
                <a:tc>
                  <a:txBody>
                    <a:bodyPr/>
                    <a:lstStyle/>
                    <a:p>
                      <a:r>
                        <a:rPr lang="it-IT" dirty="0"/>
                        <a:t>Esecuzione Query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112ms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078604"/>
                  </a:ext>
                </a:extLst>
              </a:tr>
              <a:tr h="513644">
                <a:tc>
                  <a:txBody>
                    <a:bodyPr/>
                    <a:lstStyle/>
                    <a:p>
                      <a:r>
                        <a:rPr lang="it-IT" dirty="0" err="1"/>
                        <a:t>http_req_AVG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157ms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86.5ms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0385719"/>
                  </a:ext>
                </a:extLst>
              </a:tr>
              <a:tr h="513644">
                <a:tc>
                  <a:txBody>
                    <a:bodyPr/>
                    <a:lstStyle/>
                    <a:p>
                      <a:r>
                        <a:rPr lang="it-IT" dirty="0" err="1"/>
                        <a:t>http_req_MAX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293ms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196ms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495064"/>
                  </a:ext>
                </a:extLst>
              </a:tr>
              <a:tr h="513644">
                <a:tc>
                  <a:txBody>
                    <a:bodyPr/>
                    <a:lstStyle/>
                    <a:p>
                      <a:r>
                        <a:rPr lang="it-IT" dirty="0" err="1"/>
                        <a:t>http_req_P</a:t>
                      </a:r>
                      <a:r>
                        <a:rPr lang="it-IT" dirty="0"/>
                        <a:t>(95)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122ms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2037253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77561A00-28FD-6EBA-CF2A-0B24443E783E}"/>
              </a:ext>
            </a:extLst>
          </p:cNvPr>
          <p:cNvSpPr txBox="1"/>
          <p:nvPr/>
        </p:nvSpPr>
        <p:spPr>
          <a:xfrm>
            <a:off x="838200" y="4995331"/>
            <a:ext cx="10642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Ora Cloud </a:t>
            </a:r>
            <a:r>
              <a:rPr lang="it-IT" dirty="0" err="1"/>
              <a:t>Sql</a:t>
            </a:r>
            <a:r>
              <a:rPr lang="it-IT" dirty="0"/>
              <a:t> Proxy è indispensabile, senza , essendo l’update bloccante, le istanze GCR fallivano il test in quanto aspettavano più del </a:t>
            </a:r>
            <a:r>
              <a:rPr lang="it-IT" dirty="0" err="1"/>
              <a:t>timeout</a:t>
            </a:r>
            <a:r>
              <a:rPr lang="it-IT" dirty="0"/>
              <a:t> . </a:t>
            </a:r>
          </a:p>
          <a:p>
            <a:endParaRPr lang="it-IT" dirty="0"/>
          </a:p>
          <a:p>
            <a:r>
              <a:rPr lang="it-IT" dirty="0"/>
              <a:t>I risultati del test sono dominati dal tempo di esecuzione della query, sarebbe interessante testare 2 istanze </a:t>
            </a:r>
            <a:r>
              <a:rPr lang="it-IT" dirty="0" err="1"/>
              <a:t>db</a:t>
            </a:r>
            <a:r>
              <a:rPr lang="it-IT" dirty="0"/>
              <a:t> completamente uguali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0" name="Input penna 9">
                <a:extLst>
                  <a:ext uri="{FF2B5EF4-FFF2-40B4-BE49-F238E27FC236}">
                    <a16:creationId xmlns:a16="http://schemas.microsoft.com/office/drawing/2014/main" id="{3A91225D-E3E3-C8C8-F965-9092E65E49F6}"/>
                  </a:ext>
                </a:extLst>
              </p14:cNvPr>
              <p14:cNvContentPartPr/>
              <p14:nvPr/>
            </p14:nvContentPartPr>
            <p14:xfrm>
              <a:off x="7966413" y="3121720"/>
              <a:ext cx="519480" cy="360"/>
            </p14:xfrm>
          </p:contentPart>
        </mc:Choice>
        <mc:Fallback xmlns="">
          <p:pic>
            <p:nvPicPr>
              <p:cNvPr id="10" name="Input penna 9">
                <a:extLst>
                  <a:ext uri="{FF2B5EF4-FFF2-40B4-BE49-F238E27FC236}">
                    <a16:creationId xmlns:a16="http://schemas.microsoft.com/office/drawing/2014/main" id="{3A91225D-E3E3-C8C8-F965-9092E65E49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12413" y="3013720"/>
                <a:ext cx="6271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put penna 10">
                <a:extLst>
                  <a:ext uri="{FF2B5EF4-FFF2-40B4-BE49-F238E27FC236}">
                    <a16:creationId xmlns:a16="http://schemas.microsoft.com/office/drawing/2014/main" id="{B84E3975-D70B-7F05-E696-FF16FBC291C4}"/>
                  </a:ext>
                </a:extLst>
              </p14:cNvPr>
              <p14:cNvContentPartPr/>
              <p14:nvPr/>
            </p14:nvContentPartPr>
            <p14:xfrm>
              <a:off x="4479453" y="3105160"/>
              <a:ext cx="678600" cy="55800"/>
            </p14:xfrm>
          </p:contentPart>
        </mc:Choice>
        <mc:Fallback xmlns="">
          <p:pic>
            <p:nvPicPr>
              <p:cNvPr id="11" name="Input penna 10">
                <a:extLst>
                  <a:ext uri="{FF2B5EF4-FFF2-40B4-BE49-F238E27FC236}">
                    <a16:creationId xmlns:a16="http://schemas.microsoft.com/office/drawing/2014/main" id="{B84E3975-D70B-7F05-E696-FF16FBC291C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5453" y="2997160"/>
                <a:ext cx="786240" cy="27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697084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BC95DAB-B447-0AEE-536B-6857C17ED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Stress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cerchiamo il punto di rottura aumentando i </a:t>
            </a:r>
            <a:r>
              <a:rPr lang="it-IT" sz="2800" dirty="0" err="1">
                <a:latin typeface="+mn-lt"/>
              </a:rPr>
              <a:t>VUs</a:t>
            </a:r>
            <a:r>
              <a:rPr lang="it-IT" sz="2800" dirty="0">
                <a:latin typeface="+mn-lt"/>
              </a:rPr>
              <a:t> </a:t>
            </a:r>
            <a:endParaRPr lang="it-IT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77611830-6C07-2448-020F-4B3BCB8F13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9495897"/>
              </p:ext>
            </p:extLst>
          </p:nvPr>
        </p:nvGraphicFramePr>
        <p:xfrm>
          <a:off x="838200" y="2116666"/>
          <a:ext cx="10515597" cy="301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6334398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255688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25518906"/>
                    </a:ext>
                  </a:extLst>
                </a:gridCol>
              </a:tblGrid>
              <a:tr h="502356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34357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Connessione interna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28ms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840668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Esecuzione Query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127ms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78ms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185833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http_req_AVG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147ms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048885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hhtp_req_MAX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716ms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1.81s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95976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http_req_P</a:t>
                      </a:r>
                      <a:r>
                        <a:rPr lang="it-IT" dirty="0"/>
                        <a:t>(95)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223ms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302ms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52688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4F0055E0-DAFF-04E3-190C-3B74CC3DF99B}"/>
              </a:ext>
            </a:extLst>
          </p:cNvPr>
          <p:cNvSpPr txBox="1"/>
          <p:nvPr/>
        </p:nvSpPr>
        <p:spPr>
          <a:xfrm>
            <a:off x="2954864" y="5418666"/>
            <a:ext cx="839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30s </a:t>
            </a:r>
            <a:r>
              <a:rPr lang="it-IT" dirty="0">
                <a:sym typeface="Wingdings" pitchFamily="2" charset="2"/>
              </a:rPr>
              <a:t> 25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	1m 50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 	15s 0 </a:t>
            </a:r>
            <a:r>
              <a:rPr lang="it-IT" dirty="0" err="1">
                <a:sym typeface="Wingdings" pitchFamily="2" charset="2"/>
              </a:rPr>
              <a:t>VUs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449994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D3827-73B0-AD64-52D8-40972199E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95A2895-25EC-3DCA-B5D6-BE632F43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Stress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inversione di tendenza</a:t>
            </a:r>
            <a:endParaRPr lang="it-IT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38A9CE20-01A2-B92D-D173-ECE472BAD5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8716978"/>
              </p:ext>
            </p:extLst>
          </p:nvPr>
        </p:nvGraphicFramePr>
        <p:xfrm>
          <a:off x="838200" y="2116666"/>
          <a:ext cx="10515597" cy="301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6334398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255688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25518906"/>
                    </a:ext>
                  </a:extLst>
                </a:gridCol>
              </a:tblGrid>
              <a:tr h="502356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34357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Connessione interna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29ms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840668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Esecuzione Query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133ms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154ms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185833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http_req_AVG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180ms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301ms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048885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hhtp_req_MAX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986ms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1.34s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95976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http_req_P</a:t>
                      </a:r>
                      <a:r>
                        <a:rPr lang="it-IT" dirty="0"/>
                        <a:t>(95)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225ms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770ms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526887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9880B764-A490-BB0F-8526-8613C12F8A65}"/>
              </a:ext>
            </a:extLst>
          </p:cNvPr>
          <p:cNvSpPr txBox="1"/>
          <p:nvPr/>
        </p:nvSpPr>
        <p:spPr>
          <a:xfrm>
            <a:off x="2954864" y="5418666"/>
            <a:ext cx="8398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30s </a:t>
            </a:r>
            <a:r>
              <a:rPr lang="it-IT" dirty="0">
                <a:sym typeface="Wingdings" pitchFamily="2" charset="2"/>
              </a:rPr>
              <a:t> 50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	1m  50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 	30s 100 </a:t>
            </a:r>
            <a:r>
              <a:rPr lang="it-IT" dirty="0" err="1">
                <a:sym typeface="Wingdings" pitchFamily="2" charset="2"/>
              </a:rPr>
              <a:t>Vus</a:t>
            </a:r>
            <a:r>
              <a:rPr lang="it-IT" dirty="0">
                <a:sym typeface="Wingdings" pitchFamily="2" charset="2"/>
              </a:rPr>
              <a:t>	15s 0 </a:t>
            </a:r>
            <a:r>
              <a:rPr lang="it-IT" dirty="0" err="1">
                <a:sym typeface="Wingdings" pitchFamily="2" charset="2"/>
              </a:rPr>
              <a:t>VUs</a:t>
            </a:r>
            <a:endParaRPr lang="it-IT" dirty="0">
              <a:sym typeface="Wingdings" pitchFamily="2" charset="2"/>
            </a:endParaRPr>
          </a:p>
          <a:p>
            <a:endParaRPr lang="it-IT" dirty="0">
              <a:sym typeface="Wingdings" pitchFamily="2" charset="2"/>
            </a:endParaRPr>
          </a:p>
          <a:p>
            <a:r>
              <a:rPr lang="it-IT" dirty="0">
                <a:sym typeface="Wingdings" pitchFamily="2" charset="2"/>
              </a:rPr>
              <a:t>2 rampe per stressare i servizi </a:t>
            </a:r>
            <a:endParaRPr lang="it-IT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put penna 3">
                <a:extLst>
                  <a:ext uri="{FF2B5EF4-FFF2-40B4-BE49-F238E27FC236}">
                    <a16:creationId xmlns:a16="http://schemas.microsoft.com/office/drawing/2014/main" id="{181C86C0-46A1-00CF-77D8-73C1B4DD793A}"/>
                  </a:ext>
                </a:extLst>
              </p14:cNvPr>
              <p14:cNvContentPartPr/>
              <p14:nvPr/>
            </p14:nvContentPartPr>
            <p14:xfrm>
              <a:off x="8006373" y="3271840"/>
              <a:ext cx="602640" cy="45000"/>
            </p14:xfrm>
          </p:contentPart>
        </mc:Choice>
        <mc:Fallback xmlns="">
          <p:pic>
            <p:nvPicPr>
              <p:cNvPr id="4" name="Input penna 3">
                <a:extLst>
                  <a:ext uri="{FF2B5EF4-FFF2-40B4-BE49-F238E27FC236}">
                    <a16:creationId xmlns:a16="http://schemas.microsoft.com/office/drawing/2014/main" id="{181C86C0-46A1-00CF-77D8-73C1B4DD79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52373" y="3163840"/>
                <a:ext cx="71028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8717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463A7-7D7B-568A-3AB4-B8E92A6EB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B5746-A0E6-1C14-BD7C-8D9A396CD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t-IT" dirty="0"/>
              <a:t>Stress Test</a:t>
            </a:r>
            <a:br>
              <a:rPr lang="it-IT" dirty="0"/>
            </a:br>
            <a:br>
              <a:rPr lang="it-IT" dirty="0"/>
            </a:br>
            <a:r>
              <a:rPr lang="it-IT" sz="2800" dirty="0">
                <a:latin typeface="+mn-lt"/>
              </a:rPr>
              <a:t>punto di rottura</a:t>
            </a:r>
            <a:endParaRPr lang="it-IT" dirty="0"/>
          </a:p>
        </p:txBody>
      </p:sp>
      <p:graphicFrame>
        <p:nvGraphicFramePr>
          <p:cNvPr id="8" name="Segnaposto contenuto 7">
            <a:extLst>
              <a:ext uri="{FF2B5EF4-FFF2-40B4-BE49-F238E27FC236}">
                <a16:creationId xmlns:a16="http://schemas.microsoft.com/office/drawing/2014/main" id="{9A64527F-EB70-7798-10EE-F53E3EB7E9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4479815"/>
              </p:ext>
            </p:extLst>
          </p:nvPr>
        </p:nvGraphicFramePr>
        <p:xfrm>
          <a:off x="838200" y="2116666"/>
          <a:ext cx="10515597" cy="35164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16334398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725568831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225518906"/>
                    </a:ext>
                  </a:extLst>
                </a:gridCol>
              </a:tblGrid>
              <a:tr h="502356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234357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Connessione interna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100ms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25ms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840668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Esecuzione Query (</a:t>
                      </a:r>
                      <a:r>
                        <a:rPr lang="it-IT" dirty="0" err="1"/>
                        <a:t>avg</a:t>
                      </a:r>
                      <a:r>
                        <a:rPr lang="it-IT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442ms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408ms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185833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http_req_AVG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578ms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1.52s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4048885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hhtp_req_MAX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4.27s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3.19s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959764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 err="1"/>
                        <a:t>http_req_P</a:t>
                      </a:r>
                      <a:r>
                        <a:rPr lang="it-IT" dirty="0"/>
                        <a:t>(95)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1.16s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2.53s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41526887"/>
                  </a:ext>
                </a:extLst>
              </a:tr>
              <a:tr h="502356">
                <a:tc>
                  <a:txBody>
                    <a:bodyPr/>
                    <a:lstStyle/>
                    <a:p>
                      <a:r>
                        <a:rPr lang="it-IT" dirty="0"/>
                        <a:t>CHECKS FAILED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0%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68374"/>
                  </a:ext>
                </a:extLst>
              </a:tr>
            </a:tbl>
          </a:graphicData>
        </a:graphic>
      </p:graphicFrame>
      <p:sp>
        <p:nvSpPr>
          <p:cNvPr id="9" name="CasellaDiTesto 8">
            <a:extLst>
              <a:ext uri="{FF2B5EF4-FFF2-40B4-BE49-F238E27FC236}">
                <a16:creationId xmlns:a16="http://schemas.microsoft.com/office/drawing/2014/main" id="{F7FA659A-AC72-0EBF-C492-C07E9670160D}"/>
              </a:ext>
            </a:extLst>
          </p:cNvPr>
          <p:cNvSpPr txBox="1"/>
          <p:nvPr/>
        </p:nvSpPr>
        <p:spPr>
          <a:xfrm>
            <a:off x="1896531" y="5846544"/>
            <a:ext cx="83989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ora invece di aumentare i </a:t>
            </a:r>
            <a:r>
              <a:rPr lang="it-IT" dirty="0" err="1"/>
              <a:t>VUs</a:t>
            </a:r>
            <a:r>
              <a:rPr lang="it-IT" dirty="0"/>
              <a:t> , rimuoviamo gli </a:t>
            </a:r>
            <a:r>
              <a:rPr lang="it-IT" dirty="0" err="1"/>
              <a:t>sleep</a:t>
            </a:r>
            <a:r>
              <a:rPr lang="it-IT" dirty="0"/>
              <a:t>() (pausa tra le iterazioni degli stessi </a:t>
            </a:r>
            <a:r>
              <a:rPr lang="it-IT"/>
              <a:t>VUs), </a:t>
            </a:r>
            <a:r>
              <a:rPr lang="it-IT" dirty="0"/>
              <a:t>questo farà aumentare le richieste al secondo.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put penna 2">
                <a:extLst>
                  <a:ext uri="{FF2B5EF4-FFF2-40B4-BE49-F238E27FC236}">
                    <a16:creationId xmlns:a16="http://schemas.microsoft.com/office/drawing/2014/main" id="{B8BFF4B0-F56E-C84A-1BC9-881F4AF2483E}"/>
                  </a:ext>
                </a:extLst>
              </p14:cNvPr>
              <p14:cNvContentPartPr/>
              <p14:nvPr/>
            </p14:nvContentPartPr>
            <p14:xfrm>
              <a:off x="4411773" y="5322400"/>
              <a:ext cx="485640" cy="360"/>
            </p14:xfrm>
          </p:contentPart>
        </mc:Choice>
        <mc:Fallback xmlns="">
          <p:pic>
            <p:nvPicPr>
              <p:cNvPr id="3" name="Input penna 2">
                <a:extLst>
                  <a:ext uri="{FF2B5EF4-FFF2-40B4-BE49-F238E27FC236}">
                    <a16:creationId xmlns:a16="http://schemas.microsoft.com/office/drawing/2014/main" id="{B8BFF4B0-F56E-C84A-1BC9-881F4AF2483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358133" y="5214400"/>
                <a:ext cx="593280" cy="21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377373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213AF1C-7DF8-6FF3-059F-7F970AB1E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Stress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055AAB2-ED4B-2EC3-1A71-C0724A78D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 valori di connessione ci fanno capire che in </a:t>
            </a:r>
            <a:r>
              <a:rPr lang="it-IT" dirty="0" err="1"/>
              <a:t>Aws</a:t>
            </a:r>
            <a:r>
              <a:rPr lang="it-IT" dirty="0"/>
              <a:t> tante richieste hanno dovuto aspettare così tanto per uno slot libero nel pool di risorse che sono fallite prima di ottenerlo.</a:t>
            </a:r>
          </a:p>
          <a:p>
            <a:r>
              <a:rPr lang="it-IT" dirty="0"/>
              <a:t>3 utenti su 4 di </a:t>
            </a:r>
            <a:r>
              <a:rPr lang="it-IT" dirty="0" err="1"/>
              <a:t>Aws</a:t>
            </a:r>
            <a:r>
              <a:rPr lang="it-IT" dirty="0"/>
              <a:t> riceveranno una pagina d’errore, mentre gli utenti di Google aspetteranno di più per una risposta , ma la riceveranno.</a:t>
            </a:r>
          </a:p>
          <a:p>
            <a:r>
              <a:rPr lang="it-IT" dirty="0" err="1"/>
              <a:t>Aws</a:t>
            </a:r>
            <a:r>
              <a:rPr lang="it-IT" dirty="0"/>
              <a:t> implementa la logica </a:t>
            </a:r>
            <a:r>
              <a:rPr lang="it-IT" i="1" dirty="0"/>
              <a:t>“</a:t>
            </a:r>
            <a:r>
              <a:rPr lang="it-IT" i="1" dirty="0" err="1">
                <a:solidFill>
                  <a:schemeClr val="accent2"/>
                </a:solidFill>
              </a:rPr>
              <a:t>fail</a:t>
            </a:r>
            <a:r>
              <a:rPr lang="it-IT" i="1" dirty="0">
                <a:solidFill>
                  <a:schemeClr val="accent2"/>
                </a:solidFill>
              </a:rPr>
              <a:t> fast</a:t>
            </a:r>
            <a:r>
              <a:rPr lang="it-IT" i="1" dirty="0"/>
              <a:t>“</a:t>
            </a:r>
          </a:p>
          <a:p>
            <a:r>
              <a:rPr lang="it-IT" dirty="0"/>
              <a:t>Google (con Cloud </a:t>
            </a:r>
            <a:r>
              <a:rPr lang="it-IT" dirty="0" err="1"/>
              <a:t>Sql</a:t>
            </a:r>
            <a:r>
              <a:rPr lang="it-IT" dirty="0"/>
              <a:t> Proxy) implementa la logica </a:t>
            </a:r>
            <a:r>
              <a:rPr lang="it-IT" i="1" dirty="0"/>
              <a:t>“</a:t>
            </a:r>
            <a:r>
              <a:rPr lang="it-IT" i="1" dirty="0" err="1">
                <a:solidFill>
                  <a:schemeClr val="accent2"/>
                </a:solidFill>
              </a:rPr>
              <a:t>queue&amp;wait</a:t>
            </a:r>
            <a:r>
              <a:rPr lang="it-IT" i="1" dirty="0"/>
              <a:t>“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138126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C22422-1682-B709-ED77-17BEFD4F0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399"/>
            <a:ext cx="10515600" cy="1845733"/>
          </a:xfrm>
        </p:spPr>
        <p:txBody>
          <a:bodyPr>
            <a:normAutofit fontScale="90000"/>
          </a:bodyPr>
          <a:lstStyle/>
          <a:p>
            <a:r>
              <a:rPr lang="it-IT" dirty="0"/>
              <a:t>Idle Test</a:t>
            </a:r>
            <a:br>
              <a:rPr lang="it-IT" dirty="0"/>
            </a:br>
            <a:br>
              <a:rPr lang="it-IT" dirty="0"/>
            </a:br>
            <a:r>
              <a:rPr lang="it-IT" sz="3100" dirty="0">
                <a:latin typeface="+mn-lt"/>
              </a:rPr>
              <a:t>query: ‘</a:t>
            </a:r>
            <a:r>
              <a:rPr lang="it-IT" sz="3100" dirty="0" err="1">
                <a:latin typeface="+mn-lt"/>
              </a:rPr>
              <a:t>select</a:t>
            </a:r>
            <a:r>
              <a:rPr lang="it-IT" sz="3100" dirty="0">
                <a:latin typeface="+mn-lt"/>
              </a:rPr>
              <a:t> 1’ semplice ogni 1/5/10/15/20 minuti (stavolta il </a:t>
            </a:r>
            <a:r>
              <a:rPr lang="it-IT" sz="3100" dirty="0" err="1">
                <a:latin typeface="+mn-lt"/>
              </a:rPr>
              <a:t>cold</a:t>
            </a:r>
            <a:r>
              <a:rPr lang="it-IT" sz="3100" dirty="0">
                <a:latin typeface="+mn-lt"/>
              </a:rPr>
              <a:t> start è avvio container + connessione al </a:t>
            </a:r>
            <a:r>
              <a:rPr lang="it-IT" sz="3100" dirty="0" err="1">
                <a:latin typeface="+mn-lt"/>
              </a:rPr>
              <a:t>db</a:t>
            </a:r>
            <a:r>
              <a:rPr lang="it-IT" sz="3100" dirty="0">
                <a:latin typeface="+mn-lt"/>
              </a:rPr>
              <a:t>)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B1CAF6E0-C888-4333-5BD1-5A5FCC091E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7593119"/>
              </p:ext>
            </p:extLst>
          </p:nvPr>
        </p:nvGraphicFramePr>
        <p:xfrm>
          <a:off x="838200" y="2675467"/>
          <a:ext cx="10515600" cy="3817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2261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B2F1D3-3900-7A8B-46A0-35E71D6BA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Idle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D458CE-F10D-6092-B59C-375D69838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de-allocazione avviene prima rispetto alla singola funzione senza </a:t>
            </a:r>
            <a:r>
              <a:rPr lang="it-IT" dirty="0" err="1"/>
              <a:t>db</a:t>
            </a:r>
            <a:r>
              <a:rPr lang="it-IT" dirty="0"/>
              <a:t>  (7min e 12min circa ).</a:t>
            </a:r>
          </a:p>
          <a:p>
            <a:r>
              <a:rPr lang="it-IT" dirty="0"/>
              <a:t>In </a:t>
            </a:r>
            <a:r>
              <a:rPr lang="it-IT" dirty="0" err="1"/>
              <a:t>Aws</a:t>
            </a:r>
            <a:r>
              <a:rPr lang="it-IT" dirty="0"/>
              <a:t> storicamente c’era un ulteriore lasso di tempo da considerare nello start , il tempo di creazione e associazione di un’interfaccia di rete elastica (ENI) al nuovo container </a:t>
            </a:r>
          </a:p>
        </p:txBody>
      </p:sp>
    </p:spTree>
    <p:extLst>
      <p:ext uri="{BB962C8B-B14F-4D97-AF65-F5344CB8AC3E}">
        <p14:creationId xmlns:p14="http://schemas.microsoft.com/office/powerpoint/2010/main" val="21501588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0CF58-3C1E-C3F9-F21F-3AD0800F3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EFD967-62C8-AF07-DBE0-3CBD6C59D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8410"/>
          </a:xfrm>
        </p:spPr>
        <p:txBody>
          <a:bodyPr/>
          <a:lstStyle/>
          <a:p>
            <a:pPr algn="ctr"/>
            <a:r>
              <a:rPr lang="it-IT" dirty="0"/>
              <a:t>3.Analisi costi</a:t>
            </a:r>
          </a:p>
        </p:txBody>
      </p:sp>
    </p:spTree>
    <p:extLst>
      <p:ext uri="{BB962C8B-B14F-4D97-AF65-F5344CB8AC3E}">
        <p14:creationId xmlns:p14="http://schemas.microsoft.com/office/powerpoint/2010/main" val="13562565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271A6C6-265E-171A-0E68-8457E6F4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Analisi costi</a:t>
            </a:r>
          </a:p>
        </p:txBody>
      </p:sp>
      <p:graphicFrame>
        <p:nvGraphicFramePr>
          <p:cNvPr id="4" name="Segnaposto contenuto 3">
            <a:extLst>
              <a:ext uri="{FF2B5EF4-FFF2-40B4-BE49-F238E27FC236}">
                <a16:creationId xmlns:a16="http://schemas.microsoft.com/office/drawing/2014/main" id="{B08E3178-96D0-AAB9-3558-100B68BB82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50302149"/>
              </p:ext>
            </p:extLst>
          </p:nvPr>
        </p:nvGraphicFramePr>
        <p:xfrm>
          <a:off x="838200" y="1825625"/>
          <a:ext cx="10515597" cy="313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31508234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743927770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32545068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AWS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GOOGLE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778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Richieste mensili gratuite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 milione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 milioni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03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Calcolo gratuito mensile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400.00 </a:t>
                      </a:r>
                      <a:r>
                        <a:rPr lang="it-IT" dirty="0" err="1"/>
                        <a:t>gib-s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400.00 </a:t>
                      </a:r>
                      <a:r>
                        <a:rPr lang="it-IT" dirty="0" err="1"/>
                        <a:t>vCPU-s</a:t>
                      </a:r>
                      <a:endParaRPr lang="it-IT" dirty="0"/>
                    </a:p>
                    <a:p>
                      <a:r>
                        <a:rPr lang="it-IT" dirty="0"/>
                        <a:t>200.00 </a:t>
                      </a:r>
                      <a:r>
                        <a:rPr lang="it-IT" dirty="0" err="1"/>
                        <a:t>gib-s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5495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Modello di calcolo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combinato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separato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374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Consumo DB piano gratuito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750 ore al mese per 12 mesi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Scadenza dei 300$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7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Costo IPV4 mensile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3.65 $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2.92 $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03376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/>
                        <a:t>Costo FAAS mensile stimato dopo il piano gratuito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17 $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13-15 $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7767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17243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CE5D77-3FF8-839F-500A-C8743F800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E5774A-67C0-5827-F547-49332124B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8410"/>
          </a:xfrm>
        </p:spPr>
        <p:txBody>
          <a:bodyPr/>
          <a:lstStyle/>
          <a:p>
            <a:pPr algn="ctr"/>
            <a:r>
              <a:rPr lang="it-IT" dirty="0"/>
              <a:t>4. Confronto tool testing</a:t>
            </a:r>
          </a:p>
        </p:txBody>
      </p:sp>
    </p:spTree>
    <p:extLst>
      <p:ext uri="{BB962C8B-B14F-4D97-AF65-F5344CB8AC3E}">
        <p14:creationId xmlns:p14="http://schemas.microsoft.com/office/powerpoint/2010/main" val="3714139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E69EF0-C2FE-1E1E-6EDB-7CB10517F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IPERF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F802F77-5E57-3FD8-5618-0EE6B0C5CC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Misura la larghezza di banda tra 2 punti </a:t>
            </a:r>
          </a:p>
          <a:p>
            <a:r>
              <a:rPr lang="it-IT" dirty="0"/>
              <a:t>Bisogna creare un’istanza VM e calcolare la larghezza di banda tra la VM  e noi per capire se c’è un collo di bottiglia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049787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D2775-17BE-D543-8626-7E4058EEB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A69118-6553-41B2-33EB-2524B1CA4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Locust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7B83380-F421-EA45-E112-A38717C78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È il vero concorrente di K6</a:t>
            </a:r>
          </a:p>
          <a:p>
            <a:r>
              <a:rPr lang="it-IT" dirty="0"/>
              <a:t>Lo script si scrive in Python </a:t>
            </a:r>
          </a:p>
          <a:p>
            <a:r>
              <a:rPr lang="it-IT" dirty="0"/>
              <a:t>Ha un’interfaccia web </a:t>
            </a:r>
          </a:p>
          <a:p>
            <a:r>
              <a:rPr lang="it-IT" dirty="0"/>
              <a:t>K6 risulta però più efficiente grazie al suo motore scritto in Go</a:t>
            </a:r>
          </a:p>
        </p:txBody>
      </p:sp>
    </p:spTree>
    <p:extLst>
      <p:ext uri="{BB962C8B-B14F-4D97-AF65-F5344CB8AC3E}">
        <p14:creationId xmlns:p14="http://schemas.microsoft.com/office/powerpoint/2010/main" val="34688675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54FF4E-2C90-4382-EB20-70B349DBF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ED1AC44-84F2-E212-F81C-967EA0973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68410"/>
          </a:xfrm>
        </p:spPr>
        <p:txBody>
          <a:bodyPr/>
          <a:lstStyle/>
          <a:p>
            <a:pPr algn="ctr"/>
            <a:r>
              <a:rPr lang="it-IT" dirty="0"/>
              <a:t>5. Extra</a:t>
            </a:r>
          </a:p>
        </p:txBody>
      </p:sp>
    </p:spTree>
    <p:extLst>
      <p:ext uri="{BB962C8B-B14F-4D97-AF65-F5344CB8AC3E}">
        <p14:creationId xmlns:p14="http://schemas.microsoft.com/office/powerpoint/2010/main" val="64116488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990D0DD-B513-C648-AE8D-73C3F832C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AWS DOWN LUN 20 OTTOBRE </a:t>
            </a:r>
          </a:p>
        </p:txBody>
      </p:sp>
      <p:pic>
        <p:nvPicPr>
          <p:cNvPr id="5" name="Segnaposto contenuto 4" descr="Immagine che contiene testo, schermata, Sito Web, Pagina Web&#10;&#10;Il contenuto generato dall'IA potrebbe non essere corretto.">
            <a:extLst>
              <a:ext uri="{FF2B5EF4-FFF2-40B4-BE49-F238E27FC236}">
                <a16:creationId xmlns:a16="http://schemas.microsoft.com/office/drawing/2014/main" id="{58991067-3058-F45A-FC8C-553B18F665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3501" y="1825625"/>
            <a:ext cx="5984998" cy="4351338"/>
          </a:xfrm>
        </p:spPr>
      </p:pic>
    </p:spTree>
    <p:extLst>
      <p:ext uri="{BB962C8B-B14F-4D97-AF65-F5344CB8AC3E}">
        <p14:creationId xmlns:p14="http://schemas.microsoft.com/office/powerpoint/2010/main" val="21552582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5C9891A-0B05-5A7E-C878-57DC27584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Conclusioni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5754210-FDB7-B3F9-C183-96C1338D09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it-IT" dirty="0"/>
              <a:t>Google Cloud </a:t>
            </a:r>
            <a:r>
              <a:rPr lang="it-IT" dirty="0" err="1"/>
              <a:t>Run</a:t>
            </a:r>
            <a:r>
              <a:rPr lang="it-IT" dirty="0"/>
              <a:t> grazie alle sue performance relative ai </a:t>
            </a:r>
            <a:r>
              <a:rPr lang="it-IT" dirty="0" err="1"/>
              <a:t>cold</a:t>
            </a:r>
            <a:r>
              <a:rPr lang="it-IT" dirty="0"/>
              <a:t> start sembra essere la scelta giusta per app real-time e microservizi</a:t>
            </a:r>
          </a:p>
          <a:p>
            <a:r>
              <a:rPr lang="it-IT" dirty="0" err="1"/>
              <a:t>Aws</a:t>
            </a:r>
            <a:r>
              <a:rPr lang="it-IT" dirty="0"/>
              <a:t> ha dimostrato di avere un </a:t>
            </a:r>
            <a:r>
              <a:rPr lang="it-IT" dirty="0" err="1"/>
              <a:t>autoscaling</a:t>
            </a:r>
            <a:r>
              <a:rPr lang="it-IT" dirty="0"/>
              <a:t> molto più efficiente </a:t>
            </a:r>
          </a:p>
          <a:p>
            <a:r>
              <a:rPr lang="it-IT" dirty="0"/>
              <a:t>Google ha un piano gratuito che appare come più confortevole</a:t>
            </a:r>
          </a:p>
          <a:p>
            <a:r>
              <a:rPr lang="it-IT" dirty="0"/>
              <a:t>Per quanto riguarda il tempo di de-allocazione  , </a:t>
            </a:r>
            <a:r>
              <a:rPr lang="it-IT" dirty="0" err="1"/>
              <a:t>Aws</a:t>
            </a:r>
            <a:r>
              <a:rPr lang="it-IT" dirty="0"/>
              <a:t> segue una politica (forse dovuta alla sua architettura) che tende a riavviare più volte le istanze.</a:t>
            </a:r>
          </a:p>
          <a:p>
            <a:r>
              <a:rPr lang="it-IT" dirty="0"/>
              <a:t>Come il servizio </a:t>
            </a:r>
            <a:r>
              <a:rPr lang="it-IT" dirty="0" err="1"/>
              <a:t>Faas</a:t>
            </a:r>
            <a:r>
              <a:rPr lang="it-IT" dirty="0"/>
              <a:t> è collegato agli altri servizi influenza molto i risultati finali (sarebbe stato interessante provare l’RDS Proxy ma è a pagamento)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4086303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1229</TotalTime>
  <Words>1584</Words>
  <Application>Microsoft Macintosh PowerPoint</Application>
  <PresentationFormat>Widescreen</PresentationFormat>
  <Paragraphs>279</Paragraphs>
  <Slides>41</Slides>
  <Notes>0</Notes>
  <HiddenSlides>4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46" baseType="lpstr">
      <vt:lpstr>Aptos</vt:lpstr>
      <vt:lpstr>Aptos Display</vt:lpstr>
      <vt:lpstr>Arial</vt:lpstr>
      <vt:lpstr>Wingdings</vt:lpstr>
      <vt:lpstr>Tema di Office</vt:lpstr>
      <vt:lpstr>Presentazione standard di PowerPoint</vt:lpstr>
      <vt:lpstr>FaaS: Cloud Run Functions VS Lambda Functions</vt:lpstr>
      <vt:lpstr>Workflow</vt:lpstr>
      <vt:lpstr>Creazione e configurazione</vt:lpstr>
      <vt:lpstr>Presentazione standard di PowerPoint</vt:lpstr>
      <vt:lpstr>Scrittura funzione </vt:lpstr>
      <vt:lpstr>Creazione Script k6</vt:lpstr>
      <vt:lpstr>Analisi Report</vt:lpstr>
      <vt:lpstr>Analisi Report</vt:lpstr>
      <vt:lpstr>Lambda vs Cloud Run  </vt:lpstr>
      <vt:lpstr>1.Fibonacci(n)</vt:lpstr>
      <vt:lpstr>Semplice test</vt:lpstr>
      <vt:lpstr>Semplice test</vt:lpstr>
      <vt:lpstr>Cold test</vt:lpstr>
      <vt:lpstr>Cold test  Fibonacci(5), 1VUs per 30 iterazioni, funzione appena creata</vt:lpstr>
      <vt:lpstr>Cold test  Fibonacci(5), 1VUs per 30 iterazioni, 5 ore dopo il test precedente</vt:lpstr>
      <vt:lpstr>IDLE TIME</vt:lpstr>
      <vt:lpstr>IDLE TIME</vt:lpstr>
      <vt:lpstr>STRESS TEST </vt:lpstr>
      <vt:lpstr>Stress test 1° test  Fibonacci(15), 5,50,500 richieste/s </vt:lpstr>
      <vt:lpstr>Stress test 2° test  Fibonacci(15), 5,50,500 richieste/s </vt:lpstr>
      <vt:lpstr>Stress test 2° test   Fibonacci(30),5,20,40 rich/s</vt:lpstr>
      <vt:lpstr>Stress test 2° test  possibili cause ? </vt:lpstr>
      <vt:lpstr>2.Faas + Db</vt:lpstr>
      <vt:lpstr>Faas + Db</vt:lpstr>
      <vt:lpstr>Semplice test  Query: ‘SELECT value_a where id=1’   --WARM–  [No Cloud Sql Proxy]</vt:lpstr>
      <vt:lpstr>Query più pesante  Query: ‘SELECT * + UPDATE * value_b = id*20’ </vt:lpstr>
      <vt:lpstr>Stress Test  cerchiamo il punto di rottura aumentando i VUs </vt:lpstr>
      <vt:lpstr>Stress Test  inversione di tendenza</vt:lpstr>
      <vt:lpstr>Stress Test  punto di rottura</vt:lpstr>
      <vt:lpstr>Stress Test</vt:lpstr>
      <vt:lpstr>Idle Test  query: ‘select 1’ semplice ogni 1/5/10/15/20 minuti (stavolta il cold start è avvio container + connessione al db)</vt:lpstr>
      <vt:lpstr>Idle Test</vt:lpstr>
      <vt:lpstr>3.Analisi costi</vt:lpstr>
      <vt:lpstr>Analisi costi</vt:lpstr>
      <vt:lpstr>4. Confronto tool testing</vt:lpstr>
      <vt:lpstr>IPERF</vt:lpstr>
      <vt:lpstr>Locust</vt:lpstr>
      <vt:lpstr>5. Extra</vt:lpstr>
      <vt:lpstr>AWS DOWN LUN 20 OTTOBRE </vt:lpstr>
      <vt:lpstr>Conclusioni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Roganti</dc:creator>
  <cp:lastModifiedBy>Luca Roganti</cp:lastModifiedBy>
  <cp:revision>13</cp:revision>
  <dcterms:created xsi:type="dcterms:W3CDTF">2025-10-16T15:43:50Z</dcterms:created>
  <dcterms:modified xsi:type="dcterms:W3CDTF">2025-10-23T17:34:50Z</dcterms:modified>
</cp:coreProperties>
</file>